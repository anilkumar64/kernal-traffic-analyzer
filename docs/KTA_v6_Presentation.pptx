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3291840" cy="5052060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91440"/>
            <a:ext cx="54864" cy="50520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31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KTA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NETWORK OBSERVABILITY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3291840"/>
            <a:ext cx="2743200" cy="25603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Module: C (Netfilter hooks)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3593592"/>
            <a:ext cx="2743200" cy="25603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593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Frontend: Qt6 / C++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3895344"/>
            <a:ext cx="2743200" cy="25603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895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Daemon: Python + GeoIP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4197096"/>
            <a:ext cx="2743200" cy="25603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4197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IPC: /proc VFS (7 files)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4498848"/>
            <a:ext cx="2743200" cy="25603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TCP + UDP real-time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6400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Traffic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3520440" y="24231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TCP/UDP observability from kernel space to user dashboard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20440" y="2971800"/>
            <a:ext cx="52120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108960"/>
            <a:ext cx="1627632" cy="310896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10896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Netfilter Hooks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3108960"/>
            <a:ext cx="1627632" cy="310896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10896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4-Tuple Tracking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95160" y="3108960"/>
            <a:ext cx="1627632" cy="310896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10896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Parsing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20440" y="3493008"/>
            <a:ext cx="1627632" cy="310896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493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GeoIP Routing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7800" y="3493008"/>
            <a:ext cx="1627632" cy="310896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493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Engine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95160" y="3493008"/>
            <a:ext cx="1627632" cy="310896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4930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15-Tab GUI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20440" y="45262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Review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Linux network observability at kernel depth is unsolved by userspace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051560"/>
            <a:ext cx="2788920" cy="2606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051560"/>
            <a:ext cx="54864" cy="2606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97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Userspace Blindspots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371600"/>
            <a:ext cx="260604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tcpdump/Wireshark rely on libpcap AF_PACKET socket — every packet is copied to userspace, adding per-packet overhead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Userspace tools cannot atomically attribute packets to PIDs without /proc/net/tcp polling — race conditions on fast-closing connections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provides a combined view of: 4-tuple + PID + DNS hostname + TCP state + anomaly in one record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6392" y="1051560"/>
            <a:ext cx="2788920" cy="2606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6392" y="1051560"/>
            <a:ext cx="54864" cy="2606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97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Connection Lifecycle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64408" y="1371600"/>
            <a:ext cx="260604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netstat/ss snapshot /proc/net/tcp — not event-driven; SYN→ESTABLISHED transitions are invisible between polls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tool tracks TIME_WAIT→CLOSED transitions with microsecond timestamps per connection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teardown metadata (RST vs FIN-ACK, half-open SYN queue depth) is not exposed by any stock utility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6752" y="1051560"/>
            <a:ext cx="2788920" cy="2606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6752" y="1051560"/>
            <a:ext cx="54864" cy="2606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097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Threat Context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44768" y="1371600"/>
            <a:ext cx="260604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Linux tool simultaneously correlates: port scan pattern + originating PID + DNS query + geographic route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logs dropped packets but cannot feed structured anomaly events into a live monitoring dashboard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route change detection, DNS leak identification, and beaconing detection each require separate tools with no unified timeline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776472"/>
            <a:ext cx="8631936" cy="841248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1304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KTA addresses this by embedding observation directly into the Netfilter hook chain — eliminating copy overhead, PID race conditions, and tool fragmentation through a unified kernel-to-userspace architecture with structured /proc output.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system: Kernel Module → /proc VFS → Qt6 GUI + Python Route Daemon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24128"/>
            <a:ext cx="2816352" cy="28346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24128"/>
            <a:ext cx="54864" cy="2834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698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MODULE (C)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44168"/>
            <a:ext cx="263347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two nf_hook_ops: NF_INET_PRE_ROUTING (ingress) and NF_INET_LOCAL_OUT (egress)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jhash2-keyed hash table of kta_conn structs; state machine: SYN→ESTABLISHED→FIN→TIME_WAIT→CLOSED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DNS response payloads inline in softirq using pre-allocated per-CPU buffers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anomaly detectors run via deferred workqueue — outside softirq to allow more complex logic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7 structured /proc files via seq_file API with RCU-safe concurrent access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6392" y="1024128"/>
            <a:ext cx="2816352" cy="28346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6392" y="1024128"/>
            <a:ext cx="54864" cy="2834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698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GUI (C++)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64408" y="1344168"/>
            <a:ext cx="263347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QTimer(1000ms) drives main-thread /proc polling; parsed data fed into QAbstractTableModel subclasses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tabs including: Connections, Processes, DNS, Anomalies, Bandwidth, Route Map, Firewall, Trust Score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QCustomPlot renders 60-second rolling bandwidth time series; dual-line (in/out) per connection or aggregate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commands written to /proc/kta/firewall; throttle rules to /proc/kta/throttle from GUI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grade (A–F) computed per PID using weighted anomaly + volume + DNS status scoring formula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1024128"/>
            <a:ext cx="2816352" cy="28346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1024128"/>
            <a:ext cx="54864" cy="283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0698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DAEMON (Python)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344168"/>
            <a:ext cx="263347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/proc/kta/connections every 5s; launches TCP traceroute (Scapy) for newly seen destination IPs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hop enriched with MaxMind GeoLite2: ASN number, AS org name, country ISO, city, latitude, longitude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JSON written to /proc/kta/routes via file write; GUI reads and renders on world-map QGraphicsScene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change detection: diffs per-destination ASN sequence on re-trace; flags changes as BGP_ROUTE_CHANGE anomaly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event loop with max 5 concurrent traceroutes; rate-limited to prevent network flooding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977640"/>
            <a:ext cx="8686800" cy="694944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05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files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58568" y="4005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58568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tabs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22776" y="4005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22776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types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86984" y="4005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Hz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86984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rate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51192" y="4005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μs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51192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cost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NIC interrupt → Netfilter hook → /proc VFS → GUI + Route Daemon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987552"/>
            <a:ext cx="22860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987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NIC / Raw Network Packets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353312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8600" y="1627632"/>
            <a:ext cx="8686800" cy="1572768"/>
          </a:xfrm>
          <a:prstGeom prst="rect">
            <a:avLst/>
          </a:prstGeom>
          <a:solidFill>
            <a:srgbClr val="0D1117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733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</a:rPr>
              <a:t>KERNEL SPACE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938528"/>
            <a:ext cx="1920240" cy="91440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385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Netfilter Hooks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PRE_ROUTING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LOCAL_OUT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4600" y="1938528"/>
            <a:ext cx="1920240" cy="91440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9385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Connection Tracker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4-tuple hash table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State machine + PID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938528"/>
            <a:ext cx="1920240" cy="91440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385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DNS Parser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+ Anomaly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(8 detectors)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1938528"/>
            <a:ext cx="1920240" cy="914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9385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/proc/kta/*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7 seq_file exports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RCU-safe reads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31720" y="239572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34840" y="239572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0" y="2395728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26680" y="3200400"/>
            <a:ext cx="0" cy="29260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26680" y="3200400"/>
            <a:ext cx="-4709160" cy="29260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20040" y="34930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USERSPACE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3493008"/>
            <a:ext cx="3886200" cy="1143000"/>
          </a:xfrm>
          <a:prstGeom prst="rect">
            <a:avLst/>
          </a:prstGeom>
          <a:solidFill>
            <a:srgbClr val="1A234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Qt6 GUI (C++)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38221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15 tabs  ·  1Hz /proc polling  ·  Bandwidth graphs  ·  Firewall rules  ·  Trust scoring  ·  World threat map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493008"/>
            <a:ext cx="3886200" cy="1143000"/>
          </a:xfrm>
          <a:prstGeom prst="rect">
            <a:avLst/>
          </a:prstGeom>
          <a:solidFill>
            <a:srgbClr val="1A23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Route Daemon (Python)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48072" y="38221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TCP traceroute (Scapy)  ·  MaxMind GeoIP enrichment  ·  BGP hop diffing  ·  writes enriched JSON → /proc/kta/routes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0" y="39776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11480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↔ /proc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Module Deep Dive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kernel module: Netfilter registration, memory model, concurrency, and /proc exposure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1938528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19385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Netfilter Hook Registration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nf_hook_ops at NF_INET_PRE_ROUTING (priority -100, ingress) and NF_INET_LOCAL_OUT (egress) via nf_register_net_hooks()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callback runs in softirq context: cannot sleep, block, or use GFP_KERNEL allocations — only GFP_ATOMIC or slab cache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NF_ACCEPT for monitored packets; NF_DROP for firewall-matched connections per kernel rule table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Deregistration on rmmod via nf_unregister_net_hooks() in module_exit() — no hook stale references remain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005840"/>
            <a:ext cx="4361688" cy="1938528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005840"/>
            <a:ext cx="54864" cy="19385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5156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Memory 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1325880"/>
            <a:ext cx="41788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kta_conn struct: {src_ip, src_port, dst_ip, dst_port, pid, comm[16], uid, state, bytes_in, bytes_out, ts_start, ts_last, hostname[256]}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via DEFINE_HASHTABLE(kta_table, 14): 2^14 = 16384 buckets; keyed by jhash2() of 4-tuple for O(1) average lookup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RCU protects the table: readers use rcu_read_lock()/rcu_read_unlock(); writers perform copy-modify-swap with synchronize_rcu()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Per-CPU counters via percpu_counter avoid spinlock contention on packet byte accounting in hot path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063240"/>
            <a:ext cx="4206240" cy="1600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6324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&amp; Workqueue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" y="3383280"/>
            <a:ext cx="402336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Spinlocks protect per-conn state transitions (SYN→ESTABLISHED); held for &lt;200ns to avoid softirq stall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 and DNS cache eviction deferred via queue_work(system_wq) — runs in process context, allows mutex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workqueue (delayed_work) fires every 30s: walks table, removes conns exceeding TIME_WAIT (120s) or idle timeout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53712" y="3063240"/>
            <a:ext cx="4361688" cy="1600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3063240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10896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File Registration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3383280"/>
            <a:ext cx="4178808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files created via proc_create() with custom proc_ops structs (.proc_read via seq_file, .proc_write where needed)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seq_file API: start/next/stop iterator prevents buffer overflow on large connection tables (&gt;1000 entries)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Write-capable files (/proc/kta/firewall, /proc/kta/config) accept commands from GUI — processed in proc_write handler in process context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Tracking Mechanism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4-tuple hash table + state machine: allocation, transition, expiry, GC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069080" cy="3611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3611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4-Tuple Tracking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38862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key: jhash2({src_ip, src_port, dst_ip, dst_port}) — reverse 4-tuple also checked (reply packets hit same conn record)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SYN: allocate kta_conn from dedicated kmem_cache (slab); insert into hash table under spinlock; capture PID via current-&gt;pid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SYN-ACK: transition state ENUM to SYN_RECV; record RTT estimate from ktime_get() delta since SYN timestamp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ACK completing 3-way handshake: state → ESTABLISHED; socket-to-task mapping validated via sock_task_pid()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FIN: state → FIN_WAIT (client) or CLOSE_WAIT (server); retained for TIME_WAIT window (2×MSL = 120s)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RST: immediate transition to CLOSED; conn marked for GC on next 30s workqueue pass without TIME_WAIT delay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1005840"/>
            <a:ext cx="4480560" cy="36118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TCP State Machine (KTA)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1508760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4173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CLOSED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1874520"/>
            <a:ext cx="15087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SYN_SENT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0" y="1874520"/>
            <a:ext cx="15087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8745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SYN_RECV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52160" y="2395728"/>
            <a:ext cx="15087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3957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ESTABLISHED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2926080"/>
            <a:ext cx="150876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9260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FIN_WAIT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0" y="2926080"/>
            <a:ext cx="150876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9260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CLOSE_WAIT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17720" y="3474720"/>
            <a:ext cx="150876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474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TIME_WAIT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0" y="3474720"/>
            <a:ext cx="1508760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3474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CLOSED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1563624"/>
            <a:ext cx="0" cy="31089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65008" y="1563624"/>
            <a:ext cx="0" cy="31089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376672" y="2167128"/>
            <a:ext cx="475488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15200" y="2167128"/>
            <a:ext cx="-54864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29400" y="2688336"/>
            <a:ext cx="-777240" cy="2377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29400" y="2688336"/>
            <a:ext cx="685800" cy="2377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367528" y="321868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65008" y="3218688"/>
            <a:ext cx="0" cy="2560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074920" y="14904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SYN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315200" y="14904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SYN+ACK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92040" y="2286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ACK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760720" y="2770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FIN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315200" y="2770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FIN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29200" y="33101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2×MSL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Attribution + Resolver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network packets back to Linux processes: PID, TGID, comm, UID, cmdline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1938528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19385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Kernel-Side PID Capture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captured at SYN time via current-&gt;pid in NF_INET_LOCAL_OUT hook — runs in originating task context, no race possible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connections (PRE_ROUTING): PID resolved by walking inet_hashinfo socket table to match 4-tuple to owning socket struct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comm[] (16-byte task name) and uid (task-&gt;cred-&gt;uid) captured atomically with PID at SYN packet time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TGID stored alongside PID to roll up threads to their parent process in GUI process aggregation 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005840"/>
            <a:ext cx="4361688" cy="1938528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005840"/>
            <a:ext cx="54864" cy="19385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5156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Userspace Enrichment (Qt6 GUI)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1325880"/>
            <a:ext cx="41788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reads /proc/&lt;pid&gt;/cmdline (full command line) and /proc/&lt;pid&gt;/exe (symlink to binary) at display time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PID (PPID) resolved from /proc/&lt;pid&gt;/status for process tree view — identifies service ancestry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Per-PID bandwidth aggregation: GUI sums bytes_in/bytes_out across all conns sharing the same PID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death handled: PID stored in kta_conn even after task_struct freed — GUI shows [exited:PID] with last-known comm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063240"/>
            <a:ext cx="8686800" cy="16002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6324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108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Container Support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" y="3383280"/>
            <a:ext cx="85039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Race: process exits before hook fires — PID captured as-is in kta_conn; /proc/&lt;pid&gt; read may fail, GUI falls back to stored comm[]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threads (kworker, ksoftirqd): identified by PID in kthread range or empty cmdline; tagged as [kernel] in display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namespaces: task_pid_vnr() returns container-local PID; host PID stored separately via task_pid_nr() for cross-namespace visibility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attribution: connectionless — PID captured at sendmsg() hook (LOCAL_OUT) per datagram; server-side attribution not available for stateless UDP servers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 listeners (e.g. nginx workers): each accept() creates conn attributed to accepting worker PID; PPID links all to master process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Parsing + Mapping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DNS interception: response parsing, IP→hostname cache, leak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1828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DNS Interception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402336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point: NF_INET_PRE_ROUTING; filter: UDP with src_port == 53 (DNS response direction)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skb_header_pointer() safely reads DNS payload without linearizing skb — avoids unnecessary data copy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header parsed: checks QDCOUNT, ANCOUNT; walks answer section for type A (IPv4) and AAAA (IPv6) records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pointer decompression (0xC0 prefix) handled iteratively with hop limit to prevent infinite-loop attack on malformed packets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005840"/>
            <a:ext cx="4361688" cy="18288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005840"/>
            <a:ext cx="54864" cy="1828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5156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IP→Hostname Cache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1325880"/>
            <a:ext cx="4178808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pairs stored in kta_dns_cache hash table (2^12 buckets) with per-entry 60-second TTL from DNS response TTL field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 connection: dst_ip looked up in cache; match written to kta_conn.hostname[256] — GUI displays name without re-resolving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exported via /proc/kta/dns: ip_addr, hostname, ttl_remaining, query_count per entry using seq_file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Eviction: LRU with 4096-entry hard cap; oldest entry freed on overflow via linked-list LRU tracking — bounds kernel heap usage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44368"/>
            <a:ext cx="4206240" cy="16916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44368"/>
            <a:ext cx="54864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2990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Leak Detection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" y="3264408"/>
            <a:ext cx="402336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condition: DNS query (UDP dst_port 53) egresses via interface whose ifindex ≠ configured tunnel_ifindex kernel parameter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leaks create DNS_LEAK anomaly record: {ts, src_ip, dst_ip, query_name, iface_name, severity=HIGH}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Split-horizon DNS exclusion: queries to RFC1918 dst_ip ranges on non-tunnel iface are not flagged as leaks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tunnel_ifindex configurable via /proc/kta/config key=value write — runtime-reconfigurable without rmmod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53712" y="2944368"/>
            <a:ext cx="4361688" cy="16916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2944368"/>
            <a:ext cx="54864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99008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Safety Constraints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3264408"/>
            <a:ext cx="417880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DNS parsing runs in softirq: no GFP_KERNEL, no sleeping — uses pre-allocated per-CPU 512-byte parse buffers (alloc_percpu at init)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checks on every field offset: truncated/malformed packets detected and silently skipped to prevent kernel panic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payload capped at 512 bytes (UDP) / 64 KB (TCP); buffer overflow impossible via strict offset validation before any read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stats exported in /proc/kta/stats: dns_parsed, dns_malformed, dns_cache_hits, dns_cache_misses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Tracing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daemon: TCP traceroute + MaxMind GeoIP enrichment + BGP change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18745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1874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Traceroute Mechanism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402336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Scapy to send TCP SYN probes with TTL 1→30 to destination — avoids ICMP-blocking firewalls that drop UDP probes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Per-hop response: ICMP TTL Exceeded (transit router) or TCP RST/SYN-ACK (final destination) — RTT measured via ktime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per hop: 2 seconds with 3 retries; non-responding hops marked as '*' and excluded from ASN comparison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Traceroute triggered only on first-seen destination IP — cached results used for known destinations to avoid redundant probing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005840"/>
            <a:ext cx="4361688" cy="18745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005840"/>
            <a:ext cx="54864" cy="1874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5156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GeoIP Enrichment (MaxMind)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1325880"/>
            <a:ext cx="4178808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responding hop IP resolved via geoip2 Python library against GeoLite2-ASN.mmdb and GeoLite2-City.mmdb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hop: {hop_n, ip, asn, org, country_iso, city, latitude, longitude, rtt_ms}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route serialized as JSON array, written to /proc/kta/routes via open()+write() — kernel proc_write stores in per-dst slot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reads /proc/kta/routes and renders hops as nodes on QGraphicsScene world map with latency-weighted edge thickness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90088"/>
            <a:ext cx="4206240" cy="1664208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90088"/>
            <a:ext cx="54864" cy="1664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035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Change Detection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" y="3310128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maintains previous_routes dict: {dst_ip: [asn_per_hop]}; on re-trace (every 60s for active dests), diffs ASN sequences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ASN change at any hop position creates BGP_ROUTE_CHANGE anomaly with {dst_ip, hop_n, old_asn, new_asn, timestamp}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detecting BGP prefix hijacks where traffic is silently redirected through a foreign AS mid-session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logic ignores '*' hops to suppress false positives from transient ICMP filtering at transit routers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53712" y="2990088"/>
            <a:ext cx="4361688" cy="1664208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2990088"/>
            <a:ext cx="54864" cy="1664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03580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Architecture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3310128"/>
            <a:ext cx="41788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asyncio event loop; per-destination traceroute runs as asyncio subprocess (Scapy in child process for isolation)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cap: semaphore limits to 5 simultaneous traceroutes — prevents network flooding on high-connection hosts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exclusively via /proc — no sockets, no shared memory, no Unix pipes; simplifies privilege model (daemon needs raw socket)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Restart-safe: daemon re-reads /proc/kta/connections on startup and rebuilds route cache for all active destination IPs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Engine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kernel/daemon detectors with tunable thresholds — deferred workqueue execution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8869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" y="128016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to ≥15 distinct dst_ports from same src_ip in 10s sliding window. Tracked per-source via circular buffer of (timestamp, dst_port) tuples. Threshold configurable via /proc/kta/config.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90872" y="100584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1005840"/>
            <a:ext cx="54864" cy="8869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0515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28016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SYN-without-ACK rate from a single src_ip exceeds 50 pkt/s. Per-src atomic counter decremented by 1Hz hrtimer; threshold exceeded triggers anomaly record with src_ip and rate.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196596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965960"/>
            <a:ext cx="54864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20116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Traffic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" y="224028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connection byte delta exceeds 100 MB/500ms threshold. Measured per-conn in 500ms workqueue tick via bytes_in/out delta. Threshold tunable in /proc/kta/config.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90872" y="196596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1965960"/>
            <a:ext cx="54864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0116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Leak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8888" y="224028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query egresses via non-tunnel interface when VPN is active. Detected by comparing packet ifindex against tunnel_ifindex kernel parameter at NF_INET_LOCAL_OUT hook time.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926080"/>
            <a:ext cx="54864" cy="8869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29718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Route Change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" y="320040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daemon detects ASN change on any traceroute hop. Written as anomaly to /proc/kta/anomalies from Python via proc_write; runs in process context, safe for full JSON write.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90872" y="292608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2926080"/>
            <a:ext cx="54864" cy="8869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9718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Connection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320040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connection active beyond 24h with no traffic — possible persistent C2 beaconing channel. Checked during 30s GC workqueue pass via ktime_get() delta against ts_last_data.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88620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886200"/>
            <a:ext cx="54864" cy="8869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" y="39319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" y="416052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dst_ip has no matching DNS cache entry — direct-IP connection bypassing DNS resolution. Flagged as potential data exfiltration or malware C2 on external addresses.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90872" y="3886200"/>
            <a:ext cx="4279392" cy="886968"/>
          </a:xfrm>
          <a:prstGeom prst="rect">
            <a:avLst/>
          </a:prstGeom>
          <a:solidFill>
            <a:srgbClr val="141C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90872" y="3886200"/>
            <a:ext cx="54864" cy="8869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39319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Port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416052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dst_port &gt; 49151 (OS ephemeral range) with no known service match for external connections originating from server processes (UID &lt; 1000). Scored as suspicious in trust engine.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Interface Design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structured VFS files: schema, access mode, format, consumer, and concurrency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987552"/>
            <a:ext cx="187452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" y="987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File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987552"/>
            <a:ext cx="658368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9696" y="987552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Mode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61488" y="987552"/>
            <a:ext cx="118872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9875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Format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50208" y="987552"/>
            <a:ext cx="333756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987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Content &amp; Purpose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87768" y="987552"/>
            <a:ext cx="1399032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98755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Consumer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1261872"/>
            <a:ext cx="8458200" cy="356616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" y="126187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/proc/kta/connections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39696" y="1261872"/>
            <a:ext cx="612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98064" y="1261872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86784" y="1261872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src/dst IP:port, PID, comm, state, bytes_in/out, hostname, ts_start, ts_last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24344" y="126187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+ Daemon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1636776"/>
            <a:ext cx="8458200" cy="35661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" y="163677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/proc/kta/anomalies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39696" y="1636776"/>
            <a:ext cx="612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98064" y="1636776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86784" y="1636776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src_ip, dst_ip, pid, ts, severity, detail — ring buffer of last 1024 events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24344" y="1636776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2011680"/>
            <a:ext cx="8458200" cy="356616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" y="2011680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/proc/kta/dns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39696" y="2011680"/>
            <a:ext cx="612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98064" y="2011680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86784" y="2011680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ip_addr, hostname, ttl_remaining, query_count — IP→hostname cache snapshot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24344" y="2011680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2386584"/>
            <a:ext cx="8458200" cy="35661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" y="2386584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/proc/kta/routes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39696" y="2386584"/>
            <a:ext cx="612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98064" y="2386584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986784" y="2386584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dst_ip → [{hop, ip, asn, org, lat, lon, rtt}] — written by daemon, read by GUI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24344" y="2386584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GUI(R) Daemon(W)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" y="2761488"/>
            <a:ext cx="8458200" cy="356616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" y="2761488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/proc/kta/stats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139696" y="2761488"/>
            <a:ext cx="612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98064" y="2761488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986784" y="2761488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total_conns, active, dns_hits, anomaly_count, hash_collisions, mem_kb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24344" y="276148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8600" y="3136392"/>
            <a:ext cx="8458200" cy="35661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" y="3136392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/proc/kta/firewall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139696" y="3136392"/>
            <a:ext cx="612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98064" y="3136392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986784" y="3136392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cmds: DROP &lt;ip&gt;, ALLOW &lt;ip&gt;, THROTTLE &lt;ip&gt; &lt;kbps&gt;, EXPIRE &lt;ip&gt; &lt;ttl_s&gt;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24344" y="313639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8600" y="3511296"/>
            <a:ext cx="8458200" cy="356616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5176" y="351129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/proc/kta/config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139696" y="3511296"/>
            <a:ext cx="612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98064" y="3511296"/>
            <a:ext cx="1143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KEY=VAL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986784" y="3511296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thresholds: scan_window, syn_rate, idle_timeout, burst_mb, tunnel_ifindex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24344" y="3511296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28600" y="3904488"/>
            <a:ext cx="8458200" cy="82296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3931920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model: All /proc read handlers use rcu_read_lock() — zero blocking of the kernel hook path. seq_file handles multi-page output via start/next/stop iterator preventing partial reads. Write handlers (firewall, config) use mutex_lock() — safe because writes occur infrequently from GUI user actions. /proc/kta/routes write from daemon uses copy_from_user() + bounded JSON parse (max 64 KB) inside proc_write running in process context — allows kmalloc(GFP_KERNEL) safely.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GUI — Architecture &amp; Tab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Qt6 application: polling model, data binding, rendering pipeline, and 15 functional tabs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1920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Architecture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402336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 only: QTimer(1000ms) triggers /proc reads via QFile::readAll() — VFS read is atomic at seq_file level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records loaded into QAbstractTableModel subclasses; QTableView updates via dataChanged() signal — no full repaint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QSortFilterProxyModel enables O(log n) multi-column sort on 10k+ connection rows without UI stall during sort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QCustomPlot renders dual-line bandwidth time series (in/out); 60-point ring buffer = 60-second rolling window at 1Hz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Firewall/throttle commands: GUI writes plaintext command to /proc/kta/firewall via QFile::write() on user button click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005840"/>
            <a:ext cx="4361688" cy="1920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4241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15 Tabs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5152" y="1353312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353312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Connections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62472" y="1353312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1353312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Processes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79792" y="1353312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1353312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DNS Map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45152" y="1645920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64592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Anomalies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62472" y="1645920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164592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Bandwidth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79792" y="1645920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164592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Route Map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45152" y="1938528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9385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Firewall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62472" y="1938528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19385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Trust Score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79792" y="1938528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19385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Cost Tracker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45152" y="2231136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231136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Threat Map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62472" y="2231136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62472" y="2231136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BGP Monitor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79792" y="2231136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2231136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DNS Leak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45152" y="2523744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2523744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Throttle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62472" y="2523744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2523744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Packet Log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79792" y="2523744"/>
            <a:ext cx="1344168" cy="246888"/>
          </a:xfrm>
          <a:prstGeom prst="rect">
            <a:avLst/>
          </a:prstGeom>
          <a:solidFill>
            <a:srgbClr val="1A23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9792" y="2523744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Settings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" y="3035808"/>
            <a:ext cx="4206240" cy="1627632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3035808"/>
            <a:ext cx="54864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" y="30815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&amp; Performance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56616" y="3355848"/>
            <a:ext cx="402336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rows highlighted via QStyledItemDelegate: severity-mapped colors (red/amber/blue) without model repaint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 tab: QGraphicsScene with hop nodes and latency-weighted edges overlaid on embedded SVG world map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each Qt connection record ~256 bytes; 10k connections = 2.5 MB in model — well within acceptable bound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updates: only dirty data points re-rendered; QCPGraph::setData() with preserveSortedData=false for speed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53712" y="3035808"/>
            <a:ext cx="4361688" cy="1627632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53712" y="3035808"/>
            <a:ext cx="54864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08152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UI Features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81728" y="3355848"/>
            <a:ext cx="417880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tab: letter grade A–F per PID with trend arrow; computed from weighted anomaly + volume + DNS status formula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Tracker: bytes-per-interface × $/GB configurable rate; aggregated per process and per destination ASN per billing period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Map: external destination IPs plotted on world map using GeoIP lat/lon data from route daemon JSON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Monitor: timeline view of ASN changes per destination with old_asn/new_asn diff and hop position highlighted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control, trust scoring, bandwidth throttling, and cloud cost tracking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2011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&amp; Packet Filtering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40233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writes DROP/ALLOW/THROTTLE commands to /proc/kta/firewall; kernel proc_write parses and updates in-kernel rule list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stored as {src_ip, dst_ip, dst_port, action, expire_ts} structs in a singly-linked kernel list protected by spinlock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NF_DROP returned from Netfilter hook for packets matching active DROP rules — no packet copy to userspace occurs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rules: expire_ts set by GUI (e.g. block for 60s); GC workqueue removes expired rules every 30s via ktime_get() comparison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005840"/>
            <a:ext cx="4361688" cy="2011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005840"/>
            <a:ext cx="54864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5156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Scoring System (A–F)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1325880"/>
            <a:ext cx="417880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computed per PID each polling cycle: base 100 minus weighted penalties from anomaly records attributed to that PID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weights: SYN flood –30, port scan –25, DNS leak –20, BGP route change –15, unknown DNS –10, long-lived conn –5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bands: A=90–100, B=75–89, C=60–74, D=45–59, F=&lt;45; trend arrow shows score delta over last 5 cycles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resets to 100 when PID exits and a new process takes the same PID — no historical penalty inheritance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127248"/>
            <a:ext cx="4206240" cy="1581912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27248"/>
            <a:ext cx="54864" cy="1581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172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Throttling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" y="34472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 algorithm in kernel: N bytes replenished per 100ms hrtimer; excess packets above bucket depth returned NF_DROP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command format: THROTTLE &lt;src_ip&gt; &lt;dst_ip&gt; &lt;kbps&gt;; stored in kernel throttle_table indexed by 4-tuple prefix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state exported in /proc/kta/stats: per-rule current_rate_kbps, bucket_level_bytes, drop_count for GUI display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53712" y="3127248"/>
            <a:ext cx="4361688" cy="1581912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3127248"/>
            <a:ext cx="54864" cy="1581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17296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3447288"/>
            <a:ext cx="4178808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Per-connection bytes aggregated per interface (eth0, wlan0, tun0); user-configured $/GB rate applied per interface in GUI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formula: (bytes_total / 1e9) × rate_per_gb; displayed per PID and per destination ASN in Cost Tracker tab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billing period (hourly/daily/monthly) with rolling cost accumulation since KTA module load time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cloud VM egress attribution: identifies which process generates most billable outbound data volume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KTA v6.0 — Kernel Traffic Analyzer  |  Technical Architecture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983480"/>
            <a:ext cx="914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©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+ Design Constraints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engineering tradeoffs: softirq limits, memory bounds, latency budget, async delegation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1920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54864" cy="19202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051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Softirq Context Constraints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1325880"/>
            <a:ext cx="402336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Netfilter hook runs in softirq: must not sleep, block on mutex, call vmalloc/GFP_KERNEL, or dereference user memory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hot-path allocations use kmem_cache (slab) pre-allocated at module_init(); GFP_ATOMIC reserved for rare dynamic cases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parsing uses pre-allocated per-CPU 512B buffers (alloc_percpu at init) — zero runtime allocation in softirq path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operations (anomaly scoring, cache eviction, GC) deferred to workqueue via queue_work() — process context, no restrictions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53712" y="1005840"/>
            <a:ext cx="4361688" cy="19202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005840"/>
            <a:ext cx="54864" cy="19202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51560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 &amp; Footprint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1325880"/>
            <a:ext cx="4178808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hash table: 2^14 buckets × 8B pointer = 128 KB static; each kta_conn ≈ 320 bytes → 10k conns = 3.2 MB total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cache: max 4096 entries × ~128 bytes = 512 KB; LRU eviction bounds heap usage at this fixed ceiling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module kernel memory at 10k connections: ~4 MB — acceptable on any 64-bit host with 1+ GB RAM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vmalloc used only for large temporary seq_file buffers; freed immediately after /proc read completion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035808"/>
            <a:ext cx="4206240" cy="1627632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35808"/>
            <a:ext cx="54864" cy="16276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0815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Throughput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" y="3355848"/>
            <a:ext cx="402336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Per-packet hook overhead: &lt;2 μs on Intel i7-class CPU (hash lookup + counter update + state check via benchmark)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throughput limit: 1 Gbps sustained with &lt;5% CPU overhead — tested via iperf3 on 4-core VM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 Gbps line rate (~14 Mpps for 64B pkts), 2 μs/pkt budget is exceeded; KTA targets monitoring, not line-rate filtering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RCU read-side critical section: ~50 ns average — negligible vs packet processing time in any practical scenario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53712" y="3035808"/>
            <a:ext cx="4361688" cy="1627632"/>
          </a:xfrm>
          <a:prstGeom prst="rect">
            <a:avLst/>
          </a:prstGeom>
          <a:solidFill>
            <a:srgbClr val="14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3035808"/>
            <a:ext cx="54864" cy="16276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08152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Workqueue Design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3355848"/>
            <a:ext cx="417880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system_wq handles short bounded items (anomaly check, score update); system_long_wq for GC to avoid occupying shared wq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Workqueue items access connection table via rcu_read_lock() — fully concurrent with Netfilter hook path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delayed_work for GC every 30s: expires TIME_WAIT conns, evicts stale DNS entries, cleans expired firewall rules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write handlers (from GUI/daemon) run in process context — safe for mutex_lock(), kmalloc(GFP_KERNEL), copy_from_user()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3474720" cy="4960620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91440"/>
            <a:ext cx="54864" cy="49606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572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KTA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5603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786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9072" y="26060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interfaces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19072" y="30449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tabs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34564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19072" y="348386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8953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μs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19072" y="392277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overhead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43342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Gbps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19072" y="43616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throughput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201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KTA Demonstrates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749040" y="658368"/>
            <a:ext cx="512064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658368"/>
            <a:ext cx="54864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7132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Kernel-Depth Observability Without Copy Overhead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77056" y="987552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that production-grade network monitoring is achievable entirely within Netfilter hooks, eliminating the PID race conditions and per-packet copy overhead inherent in all libpcap-based tools.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1737360"/>
            <a:ext cx="512064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173736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77056" y="17922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/proc IPC 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77056" y="206654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/proc VFS interface pattern — RCU-safe reads, seq_file multi-record output, proc_write command channel — provides stable, low-overhead IPC between kernel and userspace with no socket complexity.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2816352"/>
            <a:ext cx="512064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0" y="2816352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28712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Multi-Layer Correlation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77056" y="314553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correlation of PID → connection → DNS hostname → geographic route → anomaly in a single UI is not achievable with any combination of existing Linux monitoring tools.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3895344"/>
            <a:ext cx="5120640" cy="100584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49040" y="3895344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77056" y="39502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Threat-Aware Host Observability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77056" y="422452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anomaly detectors, trust scoring, and BGP monitoring make KTA actionable as a lightweight host-based IDS — beyond passive observation, enabling real-time policy enforcement via kernel firewall integration.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Traffic Analyzer v6.0</dc:title>
  <dc:subject>PptxGenJS Presentation</dc:subject>
  <dc:creator>KTA Team</dc:creator>
  <cp:lastModifiedBy>KTA Team</cp:lastModifiedBy>
  <cp:revision>1</cp:revision>
  <dcterms:created xsi:type="dcterms:W3CDTF">2026-04-06T05:01:08Z</dcterms:created>
  <dcterms:modified xsi:type="dcterms:W3CDTF">2026-04-06T05:01:08Z</dcterms:modified>
</cp:coreProperties>
</file>
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BD590E-C497-4813-8350-4DB40C9F0E03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D6B13D-5EC8-4638-AB1D-012E0FBE7F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65395D-504E-4DAD-A1A9-2E25694C20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EB07FF-AC65-44E2-912A-75DD1FE428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84BF4B-0F34-4619-ACB4-238931C0EB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BB2F23-3281-4153-BE68-969CF7BA20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AC0582-E601-4F46-A00A-A6FEF9F908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610B25-E2CD-4763-998A-6E3D2CDC40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622B2C-C183-42EF-A8BA-7D3ED76431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6F9638-7B78-47A9-82AC-F3ED789CE5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A074EE-97FF-48CD-8923-B0CF6EB7A0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79184-A2DC-4ABA-8A55-DBAEEBC555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647F57-1BF9-4C95-8D3F-644EC6C229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70624-2AFF-4973-BF1E-70AE547EAB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4EEB09-7F2D-41B0-9930-D4CE667784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A259BF-A0AF-4306-9167-918E0DA5AC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91440"/>
            <a:ext cx="3291480" cy="5051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3291840" y="91440"/>
            <a:ext cx="54360" cy="5051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" y="502920"/>
            <a:ext cx="2377080" cy="2285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d4f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731520"/>
            <a:ext cx="2377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4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KTA</a:t>
            </a:r>
            <a:endParaRPr lang="en-IN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182880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v6.0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20040" y="29444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99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LINUX KERNEL NETWORK OBSERVABILITY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55960" y="329184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47400" y="32918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Kernel Module: C (Netfilter hooks)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255960" y="359352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47400" y="359352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Frontend: Qt6 / C++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255960" y="389520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347400" y="389520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Route Daemon: Python + GeoIP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255960" y="419724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347400" y="41972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IPC: /proc VFS (7 files)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255960" y="449892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347400" y="449892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Scope: TCP + UDP real-time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3520440" y="640080"/>
            <a:ext cx="53488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 Traffic</a:t>
            </a:r>
            <a:endParaRPr lang="en-IN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Analyzer</a:t>
            </a:r>
            <a:endParaRPr lang="en-IN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3520440" y="2423160"/>
            <a:ext cx="5348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Real-time TCP/UDP observability from kernel space to user dashboard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3520440" y="2971800"/>
            <a:ext cx="521172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3520440" y="310896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3520440" y="310896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Netfilter Hooks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5257800" y="310896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5257800" y="310896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4-Tuple Tracking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6995160" y="310896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6995160" y="310896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DNS Parsing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3520440" y="349308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3520440" y="349308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GeoIP Routing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5257800" y="349308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5257800" y="349308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Anomaly Engine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6995160" y="349308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6995160" y="349308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Qt6 15-Tab GUI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3520440" y="4526280"/>
            <a:ext cx="5348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Technical Architecture Review  ·  2025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Why Linux network observability at kernel depth is unsolved by userspace tools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255960" y="1051560"/>
            <a:ext cx="2788560" cy="2605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255960" y="1051560"/>
            <a:ext cx="54360" cy="2605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384120" y="109728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Userspace Blindspots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384120" y="1371600"/>
            <a:ext cx="2605680" cy="22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tcpdump/Wireshark rely on libpcap AF_PACKET socket — every packet is copied to userspace, adding per-packet overhead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Userspace tools cannot atomically attribute packets to PIDs without /proc/net/tcp polling — race conditions on fast-closing connections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 single tool provides a combined view of: 4-tuple + PID + DNS hostname + TCP state + anomaly in one record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3136320" y="1051560"/>
            <a:ext cx="2788560" cy="2605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3136320" y="1051560"/>
            <a:ext cx="54360" cy="2605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3264480" y="109728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Missing Connection Lifecycle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3264480" y="1371600"/>
            <a:ext cx="2605680" cy="22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netstat/ss snapshot /proc/net/tcp — not event-driven; SYN→ESTABLISHED transitions are invisible between polls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 standard tool tracks TIME_WAIT→CLOSED transitions with microsecond timestamps per connection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Connection teardown metadata (RST vs FIN-ACK, half-open SYN queue depth) is not exposed by any stock utility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6016680" y="1051560"/>
            <a:ext cx="2788560" cy="2605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6016680" y="1051560"/>
            <a:ext cx="54360" cy="2605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6144840" y="109728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No Integrated Threat Context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6144840" y="1371600"/>
            <a:ext cx="2605680" cy="22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 Linux tool simultaneously correlates: port scan pattern + originating PID + DNS query + geographic route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iptables logs dropped packets but cannot feed structured anomaly events into a live monitoring dashboard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BGP route change detection, DNS leak identification, and beaconing detection each require separate tools with no unified timeline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9"/>
          <p:cNvSpPr/>
          <p:nvPr/>
        </p:nvSpPr>
        <p:spPr>
          <a:xfrm>
            <a:off x="255960" y="3776400"/>
            <a:ext cx="8631720" cy="84096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411480" y="3813120"/>
            <a:ext cx="832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KTA addresses this by embedding observation directly into the Netfilter hook chain — eliminating copy overhead, PID race conditions, and tool fragmentation through a unified kernel-to-userspace architecture with structured /proc output.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Solution Overview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Three-layer system: Kernel Module → /proc VFS → Qt6 GUI + Python Route Daemon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228600" y="1024200"/>
            <a:ext cx="2815920" cy="2834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228600" y="1024200"/>
            <a:ext cx="54360" cy="2834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356760" y="1069920"/>
            <a:ext cx="2633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 MODULE (C)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356760" y="1344240"/>
            <a:ext cx="2633040" cy="245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Registers two nf_hook_ops: NF_INET_PRE_ROUTING (ingress) and NF_INET_LOCAL_OUT (egress)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Maintains jhash2-keyed hash table of kta_conn structs; state machine: SYN→ESTABLISHED→FIN→TIME_WAIT→CLOSED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Parses DNS response payloads inline in softirq using pre-allocated per-CPU buffers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8 anomaly detectors run via deferred workqueue — outside softirq to allow more complex logic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Exposes 7 structured /proc files via seq_file API with RCU-safe concurrent access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1"/>
          <p:cNvSpPr/>
          <p:nvPr/>
        </p:nvSpPr>
        <p:spPr>
          <a:xfrm>
            <a:off x="3136320" y="1024200"/>
            <a:ext cx="2815920" cy="2834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3136320" y="1024200"/>
            <a:ext cx="54360" cy="2834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3"/>
          <p:cNvSpPr/>
          <p:nvPr/>
        </p:nvSpPr>
        <p:spPr>
          <a:xfrm>
            <a:off x="3264480" y="1069920"/>
            <a:ext cx="2633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Qt6 GUI (C++)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3264480" y="1344240"/>
            <a:ext cx="2633040" cy="245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QTimer(1000ms) drives main-thread /proc polling; parsed data fed into QAbstractTableModel subclasses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15 tabs including: Connections, Processes, DNS, Anomalies, Bandwidth, Route Map, Firewall, Trust Score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QCustomPlot renders 60-second rolling bandwidth time series; dual-line (in/out) per connection or aggregate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Firewall commands written to /proc/kta/firewall; throttle rules to /proc/kta/throttle from GUI events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Trust grade (A–F) computed per PID using weighted anomaly + volume + DNS status scoring formula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5"/>
          <p:cNvSpPr/>
          <p:nvPr/>
        </p:nvSpPr>
        <p:spPr>
          <a:xfrm>
            <a:off x="6044040" y="1024200"/>
            <a:ext cx="2815920" cy="2834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6044040" y="1024200"/>
            <a:ext cx="54360" cy="2834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6172200" y="1069920"/>
            <a:ext cx="2633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ROUTE DAEMON (Python)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6172200" y="1344240"/>
            <a:ext cx="2633040" cy="245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Reads /proc/kta/connections every 5s; launches TCP traceroute (Scapy) for newly seen destination IPs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Each hop enriched with MaxMind GeoLite2: ASN number, AS org name, country ISO, city, latitude, longitude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Route JSON written to /proc/kta/routes via file write; GUI reads and renders on world-map QGraphicsScene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BGP change detection: diffs per-destination ASN sequence on re-trace; flags changes as BGP_ROUTE_CHANGE anomaly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Asyncio event loop with max 5 concurrent traceroutes; rate-limited to prevent network flooding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228600" y="3977640"/>
            <a:ext cx="8686440" cy="6944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0"/>
          <p:cNvSpPr/>
          <p:nvPr/>
        </p:nvSpPr>
        <p:spPr>
          <a:xfrm>
            <a:off x="59436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59436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/proc files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2"/>
          <p:cNvSpPr/>
          <p:nvPr/>
        </p:nvSpPr>
        <p:spPr>
          <a:xfrm>
            <a:off x="225864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3"/>
          <p:cNvSpPr/>
          <p:nvPr/>
        </p:nvSpPr>
        <p:spPr>
          <a:xfrm>
            <a:off x="225864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GUI tabs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392292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5"/>
          <p:cNvSpPr/>
          <p:nvPr/>
        </p:nvSpPr>
        <p:spPr>
          <a:xfrm>
            <a:off x="392292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anomaly types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558684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1 Hz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7"/>
          <p:cNvSpPr/>
          <p:nvPr/>
        </p:nvSpPr>
        <p:spPr>
          <a:xfrm>
            <a:off x="558684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poll rate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8"/>
          <p:cNvSpPr/>
          <p:nvPr/>
        </p:nvSpPr>
        <p:spPr>
          <a:xfrm>
            <a:off x="725112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&lt;2 μs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9"/>
          <p:cNvSpPr/>
          <p:nvPr/>
        </p:nvSpPr>
        <p:spPr>
          <a:xfrm>
            <a:off x="725112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hook cost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Architecture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End-to-end flow: NIC interrupt → Netfilter hook → /proc VFS → GUI + Route Daemon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3429000" y="987480"/>
            <a:ext cx="2285640" cy="365400"/>
          </a:xfrm>
          <a:prstGeom prst="rect">
            <a:avLst/>
          </a:prstGeom>
          <a:solidFill>
            <a:srgbClr val="1f2937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3429000" y="9874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NIC / Raw Network Packets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4572000" y="1353240"/>
            <a:ext cx="360" cy="274320"/>
          </a:xfrm>
          <a:prstGeom prst="line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228600" y="1627560"/>
            <a:ext cx="8686440" cy="1572480"/>
          </a:xfrm>
          <a:prstGeom prst="rect">
            <a:avLst/>
          </a:prstGeom>
          <a:solidFill>
            <a:srgbClr val="0d1117"/>
          </a:solidFill>
          <a:ln w="254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320040" y="167328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150" strike="noStrike">
                <a:solidFill>
                  <a:srgbClr val="00d4ff"/>
                </a:solidFill>
                <a:effectLst/>
                <a:uFillTx/>
                <a:latin typeface="Calibri"/>
              </a:rPr>
              <a:t>KERNEL SPACE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411480" y="1938600"/>
            <a:ext cx="1919880" cy="91404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411480" y="1938600"/>
            <a:ext cx="1919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Netfilter Hooks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PRE_ROUTING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LOCAL_OUT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2514600" y="1938600"/>
            <a:ext cx="1919880" cy="91404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2514600" y="1938600"/>
            <a:ext cx="1919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Connection Tracker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4-tuple hash table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State machine + PID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4663440" y="1938600"/>
            <a:ext cx="1919880" cy="91404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4663440" y="1938600"/>
            <a:ext cx="1919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DNS Parser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+ Anomaly Engine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(8 detectors)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6766560" y="1938600"/>
            <a:ext cx="1919880" cy="914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6766560" y="1938600"/>
            <a:ext cx="1919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/proc/kta/*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7 seq_file exports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RCU-safe reads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2331720" y="2395440"/>
            <a:ext cx="18288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4434840" y="2395440"/>
            <a:ext cx="18288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6583680" y="2395440"/>
            <a:ext cx="18288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3"/>
          <p:cNvSpPr/>
          <p:nvPr/>
        </p:nvSpPr>
        <p:spPr>
          <a:xfrm>
            <a:off x="7726680" y="3200400"/>
            <a:ext cx="360" cy="292320"/>
          </a:xfrm>
          <a:prstGeom prst="line">
            <a:avLst/>
          </a:prstGeom>
          <a:ln w="19050">
            <a:solidFill>
              <a:srgbClr val="10b98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4"/>
          <p:cNvSpPr/>
          <p:nvPr/>
        </p:nvSpPr>
        <p:spPr>
          <a:xfrm flipH="1">
            <a:off x="3017520" y="3200400"/>
            <a:ext cx="4709160" cy="292320"/>
          </a:xfrm>
          <a:prstGeom prst="line">
            <a:avLst/>
          </a:prstGeom>
          <a:ln w="19050">
            <a:solidFill>
              <a:srgbClr val="10b98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320040" y="34930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150" strike="noStrike">
                <a:solidFill>
                  <a:srgbClr val="94a3b8"/>
                </a:solidFill>
                <a:effectLst/>
                <a:uFillTx/>
                <a:latin typeface="Calibri"/>
              </a:rPr>
              <a:t>USERSPACE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228600" y="3493080"/>
            <a:ext cx="3885840" cy="1142640"/>
          </a:xfrm>
          <a:prstGeom prst="rect">
            <a:avLst/>
          </a:prstGeom>
          <a:solidFill>
            <a:srgbClr val="1a2340"/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347400" y="35388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Qt6 GUI (C++)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347400" y="382212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15 tabs  ·  1Hz /proc polling  ·  Bandwidth graphs  ·  Firewall rules  ·  Trust scoring  ·  World threat map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5029200" y="3493080"/>
            <a:ext cx="3885840" cy="1142640"/>
          </a:xfrm>
          <a:prstGeom prst="rect">
            <a:avLst/>
          </a:prstGeom>
          <a:solidFill>
            <a:srgbClr val="1a2340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5148000" y="35388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Route Daemon (Python)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5148000" y="382212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TCP traceroute (Scapy)  ·  MaxMind GeoIP enrichment  ·  BGP hop diffing  ·  writes enriched JSON → /proc/kta/routes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2"/>
          <p:cNvSpPr/>
          <p:nvPr/>
        </p:nvSpPr>
        <p:spPr>
          <a:xfrm>
            <a:off x="4114800" y="3977640"/>
            <a:ext cx="914400" cy="360"/>
          </a:xfrm>
          <a:prstGeom prst="line">
            <a:avLst/>
          </a:prstGeom>
          <a:ln w="12700">
            <a:solidFill>
              <a:srgbClr val="94a3b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3"/>
          <p:cNvSpPr/>
          <p:nvPr/>
        </p:nvSpPr>
        <p:spPr>
          <a:xfrm>
            <a:off x="4114800" y="37947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↔ /proc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 Module Deep Dive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C kernel module: Netfilter registration, memory model, concurrency, and /proc exposure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228600" y="1005840"/>
            <a:ext cx="4205880" cy="1938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228600" y="1005840"/>
            <a:ext cx="54360" cy="1938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Netfilter Hook Registration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356760" y="1325880"/>
            <a:ext cx="4023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Registers nf_hook_ops at NF_INET_PRE_ROUTING (priority -100, ingress) and NF_INET_LOCAL_OUT (egress) via nf_register_net_hooks()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Hook callback runs in softirq context: cannot sleep, block, or use GFP_KERNEL allocations — only GFP_ATOMIC or slab cache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Returns NF_ACCEPT for monitored packets; NF_DROP for firewall-matched connections per kernel rule table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Deregistration on rmmod via nf_unregister_net_hooks() in module_exit() — no hook stale references remain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4553640" y="1005840"/>
            <a:ext cx="4361400" cy="1938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2"/>
          <p:cNvSpPr/>
          <p:nvPr/>
        </p:nvSpPr>
        <p:spPr>
          <a:xfrm>
            <a:off x="4553640" y="1005840"/>
            <a:ext cx="54360" cy="1938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Data Structures &amp; Memory Model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4"/>
          <p:cNvSpPr/>
          <p:nvPr/>
        </p:nvSpPr>
        <p:spPr>
          <a:xfrm>
            <a:off x="4681800" y="1325880"/>
            <a:ext cx="417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kta_conn struct: {src_ip, src_port, dst_ip, dst_port, pid, comm[16], uid, state, bytes_in, bytes_out, ts_start, ts_last, hostname[256]}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Hash table via DEFINE_HASHTABLE(kta_table, 14): 2^14 = 16384 buckets; keyed by jhash2() of 4-tuple for O(1) average lookup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RCU protects the table: readers use rcu_read_lock()/rcu_read_unlock(); writers perform copy-modify-swap with synchronize_rcu()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Per-CPU counters via percpu_counter avoid spinlock contention on packet byte accounting in hot path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228600" y="3063240"/>
            <a:ext cx="4205880" cy="15998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6"/>
          <p:cNvSpPr/>
          <p:nvPr/>
        </p:nvSpPr>
        <p:spPr>
          <a:xfrm>
            <a:off x="228600" y="3063240"/>
            <a:ext cx="54360" cy="1599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356760" y="31089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Concurrency &amp; Workqueue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356760" y="3383280"/>
            <a:ext cx="402300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Spinlocks protect per-conn state transitions (SYN→ESTABLISHED); held for &lt;200ns to avoid softirq stall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Anomaly scoring and DNS cache eviction deferred via queue_work(system_wq) — runs in process context, allows mutex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GC workqueue (delayed_work) fires every 30s: walks table, removes conns exceeding TIME_WAIT (120s) or idle timeout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4553640" y="3063240"/>
            <a:ext cx="4361400" cy="15998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0"/>
          <p:cNvSpPr/>
          <p:nvPr/>
        </p:nvSpPr>
        <p:spPr>
          <a:xfrm>
            <a:off x="4553640" y="3063240"/>
            <a:ext cx="54360" cy="1599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4681800" y="31089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/proc File Registration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2"/>
          <p:cNvSpPr/>
          <p:nvPr/>
        </p:nvSpPr>
        <p:spPr>
          <a:xfrm>
            <a:off x="4681800" y="3383280"/>
            <a:ext cx="417852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7 files created via proc_create() with custom proc_ops structs (.proc_read via seq_file, .proc_write where needed)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seq_file API: start/next/stop iterator prevents buffer overflow on large connection tables (&gt;1000 entries)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Write-capable files (/proc/kta/firewall, /proc/kta/config) accept commands from GUI — processed in proc_write handler in process context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Connection Tracking Mechanism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TCP 4-tuple hash table + state machine: allocation, transition, expiry, GC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228600" y="1005840"/>
            <a:ext cx="4068720" cy="36115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228600" y="1005840"/>
            <a:ext cx="54360" cy="361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356760" y="105156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4-Tuple Tracking Logic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356760" y="1325880"/>
            <a:ext cx="3885840" cy="32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Lookup key: jhash2({src_ip, src_port, dst_ip, dst_port}) — reverse 4-tuple also checked (reply packets hit same conn record)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SYN: allocate kta_conn from dedicated kmem_cache (slab); insert into hash table under spinlock; capture PID via current-&gt;pid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SYN-ACK: transition state ENUM to SYN_RECV; record RTT estimate from ktime_get() delta since SYN timestamp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ACK completing 3-way handshake: state → ESTABLISHED; socket-to-task mapping validated via sock_task_pid()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FIN: state → FIN_WAIT (client) or CLOSE_WAIT (server); retained for TIME_WAIT window (2×MSL = 120s)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RST: immediate transition to CLOSED; conn marked for GC on next 30s workqueue pass without TIME_WAIT delay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4434840" y="1005840"/>
            <a:ext cx="4480200" cy="36115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4572000" y="105156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TCP State Machine (KTA)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6263640" y="1417320"/>
            <a:ext cx="1508400" cy="292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6263640" y="14173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CLOSED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4617720" y="1874520"/>
            <a:ext cx="150840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4617720" y="18745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SYN_SENT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7315200" y="1874520"/>
            <a:ext cx="150840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7315200" y="18745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SYN_RECV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5852160" y="2395800"/>
            <a:ext cx="1508400" cy="292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5852160" y="239580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ESTABLISHED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4617720" y="2926080"/>
            <a:ext cx="1508400" cy="292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4617720" y="292608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FIN_WAIT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7315200" y="2926080"/>
            <a:ext cx="1508400" cy="292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7315200" y="292608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CLOSE_WAIT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4617720" y="3474720"/>
            <a:ext cx="1508400" cy="292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4617720" y="34747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TIME_WAIT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7"/>
          <p:cNvSpPr/>
          <p:nvPr/>
        </p:nvSpPr>
        <p:spPr>
          <a:xfrm>
            <a:off x="7315200" y="3474720"/>
            <a:ext cx="1508400" cy="292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8"/>
          <p:cNvSpPr/>
          <p:nvPr/>
        </p:nvSpPr>
        <p:spPr>
          <a:xfrm>
            <a:off x="7315200" y="34747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CLOSED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7040880" y="1563480"/>
            <a:ext cx="360" cy="311040"/>
          </a:xfrm>
          <a:prstGeom prst="line">
            <a:avLst/>
          </a:prstGeom>
          <a:ln w="127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0"/>
          <p:cNvSpPr/>
          <p:nvPr/>
        </p:nvSpPr>
        <p:spPr>
          <a:xfrm>
            <a:off x="8064720" y="1563480"/>
            <a:ext cx="360" cy="311040"/>
          </a:xfrm>
          <a:prstGeom prst="line">
            <a:avLst/>
          </a:prstGeom>
          <a:ln w="127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1"/>
          <p:cNvSpPr/>
          <p:nvPr/>
        </p:nvSpPr>
        <p:spPr>
          <a:xfrm>
            <a:off x="5376600" y="2166840"/>
            <a:ext cx="475560" cy="228600"/>
          </a:xfrm>
          <a:prstGeom prst="line">
            <a:avLst/>
          </a:prstGeom>
          <a:ln w="127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2"/>
          <p:cNvSpPr/>
          <p:nvPr/>
        </p:nvSpPr>
        <p:spPr>
          <a:xfrm flipH="1">
            <a:off x="6766560" y="2166840"/>
            <a:ext cx="548640" cy="228600"/>
          </a:xfrm>
          <a:prstGeom prst="line">
            <a:avLst/>
          </a:prstGeom>
          <a:ln w="127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3"/>
          <p:cNvSpPr/>
          <p:nvPr/>
        </p:nvSpPr>
        <p:spPr>
          <a:xfrm flipH="1">
            <a:off x="5852160" y="2688120"/>
            <a:ext cx="777240" cy="237960"/>
          </a:xfrm>
          <a:prstGeom prst="line">
            <a:avLst/>
          </a:prstGeom>
          <a:ln w="127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4"/>
          <p:cNvSpPr/>
          <p:nvPr/>
        </p:nvSpPr>
        <p:spPr>
          <a:xfrm>
            <a:off x="6629400" y="2688120"/>
            <a:ext cx="685800" cy="237960"/>
          </a:xfrm>
          <a:prstGeom prst="line">
            <a:avLst/>
          </a:prstGeom>
          <a:ln w="127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5"/>
          <p:cNvSpPr/>
          <p:nvPr/>
        </p:nvSpPr>
        <p:spPr>
          <a:xfrm>
            <a:off x="5367240" y="3218400"/>
            <a:ext cx="360" cy="256320"/>
          </a:xfrm>
          <a:prstGeom prst="line">
            <a:avLst/>
          </a:prstGeom>
          <a:ln w="127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6"/>
          <p:cNvSpPr/>
          <p:nvPr/>
        </p:nvSpPr>
        <p:spPr>
          <a:xfrm>
            <a:off x="8064720" y="3218400"/>
            <a:ext cx="360" cy="256320"/>
          </a:xfrm>
          <a:prstGeom prst="line">
            <a:avLst/>
          </a:prstGeom>
          <a:ln w="127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7"/>
          <p:cNvSpPr/>
          <p:nvPr/>
        </p:nvSpPr>
        <p:spPr>
          <a:xfrm>
            <a:off x="5074920" y="149040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SYN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8"/>
          <p:cNvSpPr/>
          <p:nvPr/>
        </p:nvSpPr>
        <p:spPr>
          <a:xfrm>
            <a:off x="7315200" y="149040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SYN+ACK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9"/>
          <p:cNvSpPr/>
          <p:nvPr/>
        </p:nvSpPr>
        <p:spPr>
          <a:xfrm>
            <a:off x="4892040" y="22860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ACK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0"/>
          <p:cNvSpPr/>
          <p:nvPr/>
        </p:nvSpPr>
        <p:spPr>
          <a:xfrm>
            <a:off x="5760720" y="27705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1"/>
          <p:cNvSpPr/>
          <p:nvPr/>
        </p:nvSpPr>
        <p:spPr>
          <a:xfrm>
            <a:off x="7315200" y="27705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2"/>
          <p:cNvSpPr/>
          <p:nvPr/>
        </p:nvSpPr>
        <p:spPr>
          <a:xfrm>
            <a:off x="5029200" y="331020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2×MSL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 Attribution + Resolver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Mapping network packets back to Linux processes: PID, TGID, comm, UID, cmdline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7"/>
          <p:cNvSpPr/>
          <p:nvPr/>
        </p:nvSpPr>
        <p:spPr>
          <a:xfrm>
            <a:off x="228600" y="1005840"/>
            <a:ext cx="4205880" cy="1938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228600" y="1005840"/>
            <a:ext cx="54360" cy="1938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Kernel-Side PID Capture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356760" y="1325880"/>
            <a:ext cx="4023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PID captured at SYN time via current-&gt;pid in NF_INET_LOCAL_OUT hook — runs in originating task context, no race possible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Server-side connections (PRE_ROUTING): PID resolved by walking inet_hashinfo socket table to match 4-tuple to owning socket struct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comm[] (16-byte task name) and uid (task-&gt;cred-&gt;uid) captured atomically with PID at SYN packet time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TGID stored alongside PID to roll up threads to their parent process in GUI process aggregation view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1"/>
          <p:cNvSpPr/>
          <p:nvPr/>
        </p:nvSpPr>
        <p:spPr>
          <a:xfrm>
            <a:off x="4553640" y="1005840"/>
            <a:ext cx="4361400" cy="1938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4553640" y="1005840"/>
            <a:ext cx="54360" cy="1938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Userspace Enrichment (Qt6 GUI)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4681800" y="1325880"/>
            <a:ext cx="417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reads /proc/&lt;pid&gt;/cmdline (full command line) and /proc/&lt;pid&gt;/exe (symlink to binary) at display time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Parent PID (PPID) resolved from /proc/&lt;pid&gt;/status for process tree view — identifies service ancestry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Per-PID bandwidth aggregation: GUI sums bytes_in/bytes_out across all conns sharing the same PID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Process death handled: PID stored in kta_conn even after task_struct freed — GUI shows [exited:PID] with last-known comm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228600" y="3063240"/>
            <a:ext cx="8686440" cy="15998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228600" y="3063240"/>
            <a:ext cx="54360" cy="1599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356760" y="3108960"/>
            <a:ext cx="850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Edge Cases &amp; Container Support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356760" y="3383280"/>
            <a:ext cx="850356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Race: process exits before hook fires — PID captured as-is in kta_conn; /proc/&lt;pid&gt; read may fail, GUI falls back to stored comm[]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Kernel threads (kworker, ksoftirqd): identified by PID in kthread range or empty cmdline; tagged as [kernel] in display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Container namespaces: task_pid_vnr() returns container-local PID; host PID stored separately via task_pid_nr() for cross-namespace visibility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UDP attribution: connectionless — PID captured at sendmsg() hook (LOCAL_OUT) per datagram; server-side attribution not available for stateless UDP servers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Multi-process listeners (e.g. nginx workers): each accept() creates conn attributed to accepting worker PID; PPID links all to master process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DNS Parsing + Mapping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Kernel-level DNS interception: response parsing, IP→hostname cache, leak detection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228600" y="1005840"/>
            <a:ext cx="4205880" cy="18284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228600" y="1005840"/>
            <a:ext cx="54360" cy="1828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 DNS Interception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356760" y="1325880"/>
            <a:ext cx="402300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Intercept point: NF_INET_PRE_ROUTING; filter: UDP with src_port == 53 (DNS response direction)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skb_header_pointer() safely reads DNS payload without linearizing skb — avoids unnecessary data copy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header parsed: checks QDCOUNT, ANCOUNT; walks answer section for type A (IPv4) and AAAA (IPv6) records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Label pointer decompression (0xC0 prefix) handled iteratively with hop limit to prevent infinite-loop attack on malformed packets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4553640" y="1005840"/>
            <a:ext cx="4361400" cy="18284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4553640" y="1005840"/>
            <a:ext cx="54360" cy="1828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IP→Hostname Cache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4681800" y="1325880"/>
            <a:ext cx="41785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Resolved pairs stored in kta_dns_cache hash table (2^12 buckets) with per-entry 60-second TTL from DNS response TTL field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new connection: dst_ip looked up in cache; match written to kta_conn.hostname[256] — GUI displays name without re-resolving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Cache exported via /proc/kta/dns: ip_addr, hostname, ttl_remaining, query_count per entry using seq_file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Eviction: LRU with 4096-entry hard cap; oldest entry freed on overflow via linked-list LRU tracking — bounds kernel heap usage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228600" y="2944440"/>
            <a:ext cx="4205880" cy="1691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228600" y="2944440"/>
            <a:ext cx="54360" cy="1691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356760" y="29901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DNS Leak Detection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356760" y="3264480"/>
            <a:ext cx="402300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Leak condition: DNS query (UDP dst_port 53) egresses via interface whose ifindex ≠ configured tunnel_ifindex kernel parameter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Detected leaks create DNS_LEAK anomaly record: {ts, src_ip, dst_ip, query_name, iface_name, severity=HIGH}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Split-horizon DNS exclusion: queries to RFC1918 dst_ip ranges on non-tunnel iface are not flagged as leaks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tunnel_ifindex configurable via /proc/kta/config key=value write — runtime-reconfigurable without rmmod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4553640" y="2944440"/>
            <a:ext cx="4361400" cy="1691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0"/>
          <p:cNvSpPr/>
          <p:nvPr/>
        </p:nvSpPr>
        <p:spPr>
          <a:xfrm>
            <a:off x="4553640" y="2944440"/>
            <a:ext cx="54360" cy="1691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4681800" y="29901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Parsing Safety Constraints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4681800" y="3264480"/>
            <a:ext cx="417852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All DNS parsing runs in softirq: no GFP_KERNEL, no sleeping — uses pre-allocated per-CPU 512-byte parse buffers (alloc_percpu at init)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Bounds checks on every field offset: truncated/malformed packets detected and silently skipped to prevent kernel panic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payload capped at 512 bytes (UDP) / 64 KB (TCP); buffer overflow impossible via strict offset validation before any read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Parsing stats exported in /proc/kta/stats: dns_parsed, dns_malformed, dns_cache_hits, dns_cache_misses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Route Tracing System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Python daemon: TCP traceroute + MaxMind GeoIP enrichment + BGP change detection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228600" y="1005840"/>
            <a:ext cx="4205880" cy="18741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228600" y="1005840"/>
            <a:ext cx="54360" cy="1874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TCP Traceroute Mechanism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356760" y="1325880"/>
            <a:ext cx="402300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Uses Scapy to send TCP SYN probes with TTL 1→30 to destination — avoids ICMP-blocking firewalls that drop UDP probes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Per-hop response: ICMP TTL Exceeded (transit router) or TCP RST/SYN-ACK (final destination) — RTT measured via ktime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Timeout per hop: 2 seconds with 3 retries; non-responding hops marked as '*' and excluded from ASN comparison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Traceroute triggered only on first-seen destination IP — cached results used for known destinations to avoid redundant probing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1"/>
          <p:cNvSpPr/>
          <p:nvPr/>
        </p:nvSpPr>
        <p:spPr>
          <a:xfrm>
            <a:off x="4553640" y="1005840"/>
            <a:ext cx="4361400" cy="18741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2"/>
          <p:cNvSpPr/>
          <p:nvPr/>
        </p:nvSpPr>
        <p:spPr>
          <a:xfrm>
            <a:off x="4553640" y="1005840"/>
            <a:ext cx="54360" cy="1874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GeoIP Enrichment (MaxMind)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4681800" y="1325880"/>
            <a:ext cx="417852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Each responding hop IP resolved via geoip2 Python library against GeoLite2-ASN.mmdb and GeoLite2-City.mmdb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Fields per hop: {hop_n, ip, asn, org, country_iso, city, latitude, longitude, rtt_ms}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Enriched route serialized as JSON array, written to /proc/kta/routes via open()+write() — kernel proc_write stores in per-dst slot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reads /proc/kta/routes and renders hops as nodes on QGraphicsScene world map with latency-weighted edge thickness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5"/>
          <p:cNvSpPr/>
          <p:nvPr/>
        </p:nvSpPr>
        <p:spPr>
          <a:xfrm>
            <a:off x="228600" y="2990160"/>
            <a:ext cx="4205880" cy="16639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6"/>
          <p:cNvSpPr/>
          <p:nvPr/>
        </p:nvSpPr>
        <p:spPr>
          <a:xfrm>
            <a:off x="228600" y="2990160"/>
            <a:ext cx="54360" cy="1663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7"/>
          <p:cNvSpPr/>
          <p:nvPr/>
        </p:nvSpPr>
        <p:spPr>
          <a:xfrm>
            <a:off x="356760" y="30358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BGP Change Detection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8"/>
          <p:cNvSpPr/>
          <p:nvPr/>
        </p:nvSpPr>
        <p:spPr>
          <a:xfrm>
            <a:off x="356760" y="3310200"/>
            <a:ext cx="40230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Daemon maintains previous_routes dict: {dst_ip: [asn_per_hop]}; on re-trace (every 60s for active dests), diffs ASN sequences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Any ASN change at any hop position creates BGP_ROUTE_CHANGE anomaly with {dst_ip, hop_n, old_asn, new_asn, timestamp}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Useful for detecting BGP prefix hijacks where traffic is silently redirected through a foreign AS mid-session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Diff logic ignores '*' hops to suppress false positives from transient ICMP filtering at transit routers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9"/>
          <p:cNvSpPr/>
          <p:nvPr/>
        </p:nvSpPr>
        <p:spPr>
          <a:xfrm>
            <a:off x="4553640" y="2990160"/>
            <a:ext cx="4361400" cy="16639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0"/>
          <p:cNvSpPr/>
          <p:nvPr/>
        </p:nvSpPr>
        <p:spPr>
          <a:xfrm>
            <a:off x="4553640" y="2990160"/>
            <a:ext cx="54360" cy="1663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1"/>
          <p:cNvSpPr/>
          <p:nvPr/>
        </p:nvSpPr>
        <p:spPr>
          <a:xfrm>
            <a:off x="4681800" y="303588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Daemon Architecture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4681800" y="3310200"/>
            <a:ext cx="4178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Single asyncio event loop; per-destination traceroute runs as asyncio subprocess (Scapy in child process for isolation)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Concurrency cap: semaphore limits to 5 simultaneous traceroutes — prevents network flooding on high-connection hosts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IPC exclusively via /proc — no sockets, no shared memory, no Unix pipes; simplifies privilege model (daemon needs raw socket)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Restart-safe: daemon re-reads /proc/kta/connections on startup and rebuilds route cache for all active destination IPs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Anomaly Detection Engine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8 kernel/daemon detectors with tunable thresholds — deferred workqueue execution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228600" y="100584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228600" y="1005840"/>
            <a:ext cx="54360" cy="886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356760" y="105156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Port Scan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356760" y="128016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SYN to ≥15 distinct dst_ports from same src_ip in 10s sliding window. Tracked per-source via circular buffer of (timestamp, dst_port) tuples. Threshold configurable via /proc/kta/config.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4690800" y="100584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2"/>
          <p:cNvSpPr/>
          <p:nvPr/>
        </p:nvSpPr>
        <p:spPr>
          <a:xfrm>
            <a:off x="4690800" y="1005840"/>
            <a:ext cx="54360" cy="886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4818960" y="105156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SYN Flood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4"/>
          <p:cNvSpPr/>
          <p:nvPr/>
        </p:nvSpPr>
        <p:spPr>
          <a:xfrm>
            <a:off x="4818960" y="128016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SYN-without-ACK rate from a single src_ip exceeds 50 pkt/s. Per-src atomic counter decremented by 1Hz hrtimer; threshold exceeded triggers anomaly record with src_ip and rate.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228600" y="196596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6"/>
          <p:cNvSpPr/>
          <p:nvPr/>
        </p:nvSpPr>
        <p:spPr>
          <a:xfrm>
            <a:off x="228600" y="1965960"/>
            <a:ext cx="54360" cy="886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356760" y="201168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Burst Traffic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356760" y="224028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Single connection byte delta exceeds 100 MB/500ms threshold. Measured per-conn in 500ms workqueue tick via bytes_in/out delta. Threshold tunable in /proc/kta/config.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9"/>
          <p:cNvSpPr/>
          <p:nvPr/>
        </p:nvSpPr>
        <p:spPr>
          <a:xfrm>
            <a:off x="4690800" y="196596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0"/>
          <p:cNvSpPr/>
          <p:nvPr/>
        </p:nvSpPr>
        <p:spPr>
          <a:xfrm>
            <a:off x="4690800" y="1965960"/>
            <a:ext cx="54360" cy="886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1"/>
          <p:cNvSpPr/>
          <p:nvPr/>
        </p:nvSpPr>
        <p:spPr>
          <a:xfrm>
            <a:off x="4818960" y="201168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DNS Leak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2"/>
          <p:cNvSpPr/>
          <p:nvPr/>
        </p:nvSpPr>
        <p:spPr>
          <a:xfrm>
            <a:off x="4818960" y="224028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query egresses via non-tunnel interface when VPN is active. Detected by comparing packet ifindex against tunnel_ifindex kernel parameter at NF_INET_LOCAL_OUT hook time.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3"/>
          <p:cNvSpPr/>
          <p:nvPr/>
        </p:nvSpPr>
        <p:spPr>
          <a:xfrm>
            <a:off x="228600" y="292608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4"/>
          <p:cNvSpPr/>
          <p:nvPr/>
        </p:nvSpPr>
        <p:spPr>
          <a:xfrm>
            <a:off x="228600" y="2926080"/>
            <a:ext cx="54360" cy="886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5"/>
          <p:cNvSpPr/>
          <p:nvPr/>
        </p:nvSpPr>
        <p:spPr>
          <a:xfrm>
            <a:off x="356760" y="297180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BGP Route Change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356760" y="320040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Route daemon detects ASN change on any traceroute hop. Written as anomaly to /proc/kta/anomalies from Python via proc_write; runs in process context, safe for full JSON write.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7"/>
          <p:cNvSpPr/>
          <p:nvPr/>
        </p:nvSpPr>
        <p:spPr>
          <a:xfrm>
            <a:off x="4690800" y="292608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8"/>
          <p:cNvSpPr/>
          <p:nvPr/>
        </p:nvSpPr>
        <p:spPr>
          <a:xfrm>
            <a:off x="4690800" y="2926080"/>
            <a:ext cx="54360" cy="886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9"/>
          <p:cNvSpPr/>
          <p:nvPr/>
        </p:nvSpPr>
        <p:spPr>
          <a:xfrm>
            <a:off x="4818960" y="297180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Long-Lived Connection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0"/>
          <p:cNvSpPr/>
          <p:nvPr/>
        </p:nvSpPr>
        <p:spPr>
          <a:xfrm>
            <a:off x="4818960" y="320040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TCP connection active beyond 24h with no traffic — possible persistent C2 beaconing channel. Checked during 30s GC workqueue pass via ktime_get() delta against ts_last_data.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1"/>
          <p:cNvSpPr/>
          <p:nvPr/>
        </p:nvSpPr>
        <p:spPr>
          <a:xfrm>
            <a:off x="228600" y="388620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2"/>
          <p:cNvSpPr/>
          <p:nvPr/>
        </p:nvSpPr>
        <p:spPr>
          <a:xfrm>
            <a:off x="228600" y="3886200"/>
            <a:ext cx="54360" cy="886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3"/>
          <p:cNvSpPr/>
          <p:nvPr/>
        </p:nvSpPr>
        <p:spPr>
          <a:xfrm>
            <a:off x="356760" y="393192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Unknown DNS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4"/>
          <p:cNvSpPr/>
          <p:nvPr/>
        </p:nvSpPr>
        <p:spPr>
          <a:xfrm>
            <a:off x="356760" y="416052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Connection dst_ip has no matching DNS cache entry — direct-IP connection bypassing DNS resolution. Flagged as potential data exfiltration or malware C2 on external addresses.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5"/>
          <p:cNvSpPr/>
          <p:nvPr/>
        </p:nvSpPr>
        <p:spPr>
          <a:xfrm>
            <a:off x="4690800" y="388620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6"/>
          <p:cNvSpPr/>
          <p:nvPr/>
        </p:nvSpPr>
        <p:spPr>
          <a:xfrm>
            <a:off x="4690800" y="3886200"/>
            <a:ext cx="54360" cy="8866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7"/>
          <p:cNvSpPr/>
          <p:nvPr/>
        </p:nvSpPr>
        <p:spPr>
          <a:xfrm>
            <a:off x="4818960" y="393192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High Entropy Port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8"/>
          <p:cNvSpPr/>
          <p:nvPr/>
        </p:nvSpPr>
        <p:spPr>
          <a:xfrm>
            <a:off x="4818960" y="416052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dst_port &gt; 49151 (OS ephemeral range) with no known service match for external connections originating from server processes (UID &lt; 1000). Scored as suspicious in trust engine.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/proc Interface Design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7 structured VFS files: schema, access mode, format, consumer, and concurrency model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228600" y="987480"/>
            <a:ext cx="187416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265320" y="987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File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2103120" y="987480"/>
            <a:ext cx="65808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0"/>
          <p:cNvSpPr/>
          <p:nvPr/>
        </p:nvSpPr>
        <p:spPr>
          <a:xfrm>
            <a:off x="2139840" y="987480"/>
            <a:ext cx="612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Mode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1"/>
          <p:cNvSpPr/>
          <p:nvPr/>
        </p:nvSpPr>
        <p:spPr>
          <a:xfrm>
            <a:off x="2761560" y="987480"/>
            <a:ext cx="118836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2797920" y="98748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Format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3950280" y="987480"/>
            <a:ext cx="333720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3986640" y="987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Content &amp; Purpose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7287840" y="987480"/>
            <a:ext cx="139860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7324200" y="987480"/>
            <a:ext cx="135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Consumer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228600" y="1261800"/>
            <a:ext cx="8457840" cy="356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8"/>
          <p:cNvSpPr/>
          <p:nvPr/>
        </p:nvSpPr>
        <p:spPr>
          <a:xfrm>
            <a:off x="265320" y="126180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/proc/kta/connections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9"/>
          <p:cNvSpPr/>
          <p:nvPr/>
        </p:nvSpPr>
        <p:spPr>
          <a:xfrm>
            <a:off x="2139840" y="126180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2797920" y="126180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TSV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1"/>
          <p:cNvSpPr/>
          <p:nvPr/>
        </p:nvSpPr>
        <p:spPr>
          <a:xfrm>
            <a:off x="3986640" y="126180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src/dst IP:port, PID, comm, state, bytes_in/out, hostname, ts_start, ts_last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2"/>
          <p:cNvSpPr/>
          <p:nvPr/>
        </p:nvSpPr>
        <p:spPr>
          <a:xfrm>
            <a:off x="7324200" y="126180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+ Daemon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3"/>
          <p:cNvSpPr/>
          <p:nvPr/>
        </p:nvSpPr>
        <p:spPr>
          <a:xfrm>
            <a:off x="228600" y="1636920"/>
            <a:ext cx="8457840" cy="356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4"/>
          <p:cNvSpPr/>
          <p:nvPr/>
        </p:nvSpPr>
        <p:spPr>
          <a:xfrm>
            <a:off x="265320" y="163692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/proc/kta/anomalies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5"/>
          <p:cNvSpPr/>
          <p:nvPr/>
        </p:nvSpPr>
        <p:spPr>
          <a:xfrm>
            <a:off x="2139840" y="163692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6"/>
          <p:cNvSpPr/>
          <p:nvPr/>
        </p:nvSpPr>
        <p:spPr>
          <a:xfrm>
            <a:off x="2797920" y="163692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7"/>
          <p:cNvSpPr/>
          <p:nvPr/>
        </p:nvSpPr>
        <p:spPr>
          <a:xfrm>
            <a:off x="3986640" y="163692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type, src_ip, dst_ip, pid, ts, severity, detail — ring buffer of last 1024 events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8"/>
          <p:cNvSpPr/>
          <p:nvPr/>
        </p:nvSpPr>
        <p:spPr>
          <a:xfrm>
            <a:off x="7324200" y="163692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9"/>
          <p:cNvSpPr/>
          <p:nvPr/>
        </p:nvSpPr>
        <p:spPr>
          <a:xfrm>
            <a:off x="228600" y="2011680"/>
            <a:ext cx="8457840" cy="356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0"/>
          <p:cNvSpPr/>
          <p:nvPr/>
        </p:nvSpPr>
        <p:spPr>
          <a:xfrm>
            <a:off x="265320" y="201168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/proc/kta/dns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1"/>
          <p:cNvSpPr/>
          <p:nvPr/>
        </p:nvSpPr>
        <p:spPr>
          <a:xfrm>
            <a:off x="2139840" y="201168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2"/>
          <p:cNvSpPr/>
          <p:nvPr/>
        </p:nvSpPr>
        <p:spPr>
          <a:xfrm>
            <a:off x="2797920" y="201168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TSV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3"/>
          <p:cNvSpPr/>
          <p:nvPr/>
        </p:nvSpPr>
        <p:spPr>
          <a:xfrm>
            <a:off x="3986640" y="201168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ip_addr, hostname, ttl_remaining, query_count — IP→hostname cache snapshot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4"/>
          <p:cNvSpPr/>
          <p:nvPr/>
        </p:nvSpPr>
        <p:spPr>
          <a:xfrm>
            <a:off x="7324200" y="201168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5"/>
          <p:cNvSpPr/>
          <p:nvPr/>
        </p:nvSpPr>
        <p:spPr>
          <a:xfrm>
            <a:off x="228600" y="2386440"/>
            <a:ext cx="8457840" cy="356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6"/>
          <p:cNvSpPr/>
          <p:nvPr/>
        </p:nvSpPr>
        <p:spPr>
          <a:xfrm>
            <a:off x="265320" y="238644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/proc/kta/routes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7"/>
          <p:cNvSpPr/>
          <p:nvPr/>
        </p:nvSpPr>
        <p:spPr>
          <a:xfrm>
            <a:off x="2139840" y="238644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R/W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8"/>
          <p:cNvSpPr/>
          <p:nvPr/>
        </p:nvSpPr>
        <p:spPr>
          <a:xfrm>
            <a:off x="2797920" y="238644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9"/>
          <p:cNvSpPr/>
          <p:nvPr/>
        </p:nvSpPr>
        <p:spPr>
          <a:xfrm>
            <a:off x="3986640" y="238644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dst_ip → [{hop, ip, asn, org, lat, lon, rtt}] — written by daemon, read by 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0"/>
          <p:cNvSpPr/>
          <p:nvPr/>
        </p:nvSpPr>
        <p:spPr>
          <a:xfrm>
            <a:off x="7324200" y="238644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GUI(R) Daemon(W)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1"/>
          <p:cNvSpPr/>
          <p:nvPr/>
        </p:nvSpPr>
        <p:spPr>
          <a:xfrm>
            <a:off x="228600" y="2761560"/>
            <a:ext cx="8457840" cy="356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42"/>
          <p:cNvSpPr/>
          <p:nvPr/>
        </p:nvSpPr>
        <p:spPr>
          <a:xfrm>
            <a:off x="265320" y="276156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/proc/kta/stats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43"/>
          <p:cNvSpPr/>
          <p:nvPr/>
        </p:nvSpPr>
        <p:spPr>
          <a:xfrm>
            <a:off x="2139840" y="276156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4"/>
          <p:cNvSpPr/>
          <p:nvPr/>
        </p:nvSpPr>
        <p:spPr>
          <a:xfrm>
            <a:off x="2797920" y="276156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Plain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5"/>
          <p:cNvSpPr/>
          <p:nvPr/>
        </p:nvSpPr>
        <p:spPr>
          <a:xfrm>
            <a:off x="3986640" y="276156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total_conns, active, dns_hits, anomaly_count, hash_collisions, mem_kb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6"/>
          <p:cNvSpPr/>
          <p:nvPr/>
        </p:nvSpPr>
        <p:spPr>
          <a:xfrm>
            <a:off x="7324200" y="276156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7"/>
          <p:cNvSpPr/>
          <p:nvPr/>
        </p:nvSpPr>
        <p:spPr>
          <a:xfrm>
            <a:off x="228600" y="3136320"/>
            <a:ext cx="8457840" cy="356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8"/>
          <p:cNvSpPr/>
          <p:nvPr/>
        </p:nvSpPr>
        <p:spPr>
          <a:xfrm>
            <a:off x="265320" y="313632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/proc/kta/firewall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9"/>
          <p:cNvSpPr/>
          <p:nvPr/>
        </p:nvSpPr>
        <p:spPr>
          <a:xfrm>
            <a:off x="2139840" y="313632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W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0"/>
          <p:cNvSpPr/>
          <p:nvPr/>
        </p:nvSpPr>
        <p:spPr>
          <a:xfrm>
            <a:off x="2797920" y="313632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CMD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1"/>
          <p:cNvSpPr/>
          <p:nvPr/>
        </p:nvSpPr>
        <p:spPr>
          <a:xfrm>
            <a:off x="3986640" y="313632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Text cmds: DROP &lt;ip&gt;, ALLOW &lt;ip&gt;, THROTTLE &lt;ip&gt; &lt;kbps&gt;, EXPIRE &lt;ip&gt; &lt;ttl_s&gt;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52"/>
          <p:cNvSpPr/>
          <p:nvPr/>
        </p:nvSpPr>
        <p:spPr>
          <a:xfrm>
            <a:off x="7324200" y="313632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53"/>
          <p:cNvSpPr/>
          <p:nvPr/>
        </p:nvSpPr>
        <p:spPr>
          <a:xfrm>
            <a:off x="228600" y="3511440"/>
            <a:ext cx="8457840" cy="356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4"/>
          <p:cNvSpPr/>
          <p:nvPr/>
        </p:nvSpPr>
        <p:spPr>
          <a:xfrm>
            <a:off x="265320" y="351144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/proc/kta/config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5"/>
          <p:cNvSpPr/>
          <p:nvPr/>
        </p:nvSpPr>
        <p:spPr>
          <a:xfrm>
            <a:off x="2139840" y="351144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R/W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56"/>
          <p:cNvSpPr/>
          <p:nvPr/>
        </p:nvSpPr>
        <p:spPr>
          <a:xfrm>
            <a:off x="2797920" y="351144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KEY=VAL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7"/>
          <p:cNvSpPr/>
          <p:nvPr/>
        </p:nvSpPr>
        <p:spPr>
          <a:xfrm>
            <a:off x="3986640" y="351144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Tunable thresholds: scan_window, syn_rate, idle_timeout, burst_mb, tunnel_ifindex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8"/>
          <p:cNvSpPr/>
          <p:nvPr/>
        </p:nvSpPr>
        <p:spPr>
          <a:xfrm>
            <a:off x="7324200" y="351144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59"/>
          <p:cNvSpPr/>
          <p:nvPr/>
        </p:nvSpPr>
        <p:spPr>
          <a:xfrm>
            <a:off x="228600" y="3904560"/>
            <a:ext cx="8457840" cy="82260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0"/>
          <p:cNvSpPr/>
          <p:nvPr/>
        </p:nvSpPr>
        <p:spPr>
          <a:xfrm>
            <a:off x="365760" y="3931920"/>
            <a:ext cx="822924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Concurrency model: All /proc read handlers use rcu_read_lock() — zero blocking of the kernel hook path. seq_file handles multi-page output via start/next/stop iterator preventing partial reads. Write handlers (firewall, config) use mutex_lock() — safe because writes occur infrequently from GUI user actions. /proc/kta/routes write from daemon uses copy_from_user() + bounded JSON parse (max 64 KB) inside proc_write running in process context — allows kmalloc(GFP_KERNEL) safely.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Qt6 GUI — Architecture &amp; Tab Overview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C++ Qt6 application: polling model, data binding, rendering pipeline, and 15 functional tabs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228600" y="1005840"/>
            <a:ext cx="4205880" cy="1919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8"/>
          <p:cNvSpPr/>
          <p:nvPr/>
        </p:nvSpPr>
        <p:spPr>
          <a:xfrm>
            <a:off x="228600" y="1005840"/>
            <a:ext cx="54360" cy="1919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Qt6 Architecture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0"/>
          <p:cNvSpPr/>
          <p:nvPr/>
        </p:nvSpPr>
        <p:spPr>
          <a:xfrm>
            <a:off x="356760" y="1325880"/>
            <a:ext cx="402300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Main thread only: QTimer(1000ms) triggers /proc reads via QFile::readAll() — VFS read is atomic at seq_file level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Parsed records loaded into QAbstractTableModel subclasses; QTableView updates via dataChanged() signal — no full repaint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QSortFilterProxyModel enables O(log n) multi-column sort on 10k+ connection rows without UI stall during sort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QCustomPlot renders dual-line bandwidth time series (in/out); 60-point ring buffer = 60-second rolling window at 1Hz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Firewall/throttle commands: GUI writes plaintext command to /proc/kta/firewall via QFile::write() on user button click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1"/>
          <p:cNvSpPr/>
          <p:nvPr/>
        </p:nvSpPr>
        <p:spPr>
          <a:xfrm>
            <a:off x="4553640" y="1005840"/>
            <a:ext cx="4361400" cy="1919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2"/>
          <p:cNvSpPr/>
          <p:nvPr/>
        </p:nvSpPr>
        <p:spPr>
          <a:xfrm>
            <a:off x="4663440" y="1042560"/>
            <a:ext cx="4114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15 Tabs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3"/>
          <p:cNvSpPr/>
          <p:nvPr/>
        </p:nvSpPr>
        <p:spPr>
          <a:xfrm>
            <a:off x="4645080" y="135324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4"/>
          <p:cNvSpPr/>
          <p:nvPr/>
        </p:nvSpPr>
        <p:spPr>
          <a:xfrm>
            <a:off x="4645080" y="135324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Connections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5"/>
          <p:cNvSpPr/>
          <p:nvPr/>
        </p:nvSpPr>
        <p:spPr>
          <a:xfrm>
            <a:off x="6062400" y="135324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6"/>
          <p:cNvSpPr/>
          <p:nvPr/>
        </p:nvSpPr>
        <p:spPr>
          <a:xfrm>
            <a:off x="6062400" y="135324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Processes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7"/>
          <p:cNvSpPr/>
          <p:nvPr/>
        </p:nvSpPr>
        <p:spPr>
          <a:xfrm>
            <a:off x="7479720" y="135324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8"/>
          <p:cNvSpPr/>
          <p:nvPr/>
        </p:nvSpPr>
        <p:spPr>
          <a:xfrm>
            <a:off x="7479720" y="135324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DNS Map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9"/>
          <p:cNvSpPr/>
          <p:nvPr/>
        </p:nvSpPr>
        <p:spPr>
          <a:xfrm>
            <a:off x="4645080" y="164592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0"/>
          <p:cNvSpPr/>
          <p:nvPr/>
        </p:nvSpPr>
        <p:spPr>
          <a:xfrm>
            <a:off x="4645080" y="164592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Anomalies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1"/>
          <p:cNvSpPr/>
          <p:nvPr/>
        </p:nvSpPr>
        <p:spPr>
          <a:xfrm>
            <a:off x="6062400" y="164592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2"/>
          <p:cNvSpPr/>
          <p:nvPr/>
        </p:nvSpPr>
        <p:spPr>
          <a:xfrm>
            <a:off x="6062400" y="164592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Bandwidth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3"/>
          <p:cNvSpPr/>
          <p:nvPr/>
        </p:nvSpPr>
        <p:spPr>
          <a:xfrm>
            <a:off x="7479720" y="164592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4"/>
          <p:cNvSpPr/>
          <p:nvPr/>
        </p:nvSpPr>
        <p:spPr>
          <a:xfrm>
            <a:off x="7479720" y="164592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Route Map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5"/>
          <p:cNvSpPr/>
          <p:nvPr/>
        </p:nvSpPr>
        <p:spPr>
          <a:xfrm>
            <a:off x="4645080" y="1938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6"/>
          <p:cNvSpPr/>
          <p:nvPr/>
        </p:nvSpPr>
        <p:spPr>
          <a:xfrm>
            <a:off x="4645080" y="1938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Firewall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7"/>
          <p:cNvSpPr/>
          <p:nvPr/>
        </p:nvSpPr>
        <p:spPr>
          <a:xfrm>
            <a:off x="6062400" y="1938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8"/>
          <p:cNvSpPr/>
          <p:nvPr/>
        </p:nvSpPr>
        <p:spPr>
          <a:xfrm>
            <a:off x="6062400" y="1938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Trust Score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9"/>
          <p:cNvSpPr/>
          <p:nvPr/>
        </p:nvSpPr>
        <p:spPr>
          <a:xfrm>
            <a:off x="7479720" y="1938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0"/>
          <p:cNvSpPr/>
          <p:nvPr/>
        </p:nvSpPr>
        <p:spPr>
          <a:xfrm>
            <a:off x="7479720" y="1938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Cost Tracker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31"/>
          <p:cNvSpPr/>
          <p:nvPr/>
        </p:nvSpPr>
        <p:spPr>
          <a:xfrm>
            <a:off x="4645080" y="223128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2"/>
          <p:cNvSpPr/>
          <p:nvPr/>
        </p:nvSpPr>
        <p:spPr>
          <a:xfrm>
            <a:off x="4645080" y="223128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Threat Map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3"/>
          <p:cNvSpPr/>
          <p:nvPr/>
        </p:nvSpPr>
        <p:spPr>
          <a:xfrm>
            <a:off x="6062400" y="223128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4"/>
          <p:cNvSpPr/>
          <p:nvPr/>
        </p:nvSpPr>
        <p:spPr>
          <a:xfrm>
            <a:off x="6062400" y="223128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BGP Monitor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5"/>
          <p:cNvSpPr/>
          <p:nvPr/>
        </p:nvSpPr>
        <p:spPr>
          <a:xfrm>
            <a:off x="7479720" y="223128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6"/>
          <p:cNvSpPr/>
          <p:nvPr/>
        </p:nvSpPr>
        <p:spPr>
          <a:xfrm>
            <a:off x="7479720" y="223128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DNS Leak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7"/>
          <p:cNvSpPr/>
          <p:nvPr/>
        </p:nvSpPr>
        <p:spPr>
          <a:xfrm>
            <a:off x="4645080" y="2523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8"/>
          <p:cNvSpPr/>
          <p:nvPr/>
        </p:nvSpPr>
        <p:spPr>
          <a:xfrm>
            <a:off x="4645080" y="2523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Throttle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9"/>
          <p:cNvSpPr/>
          <p:nvPr/>
        </p:nvSpPr>
        <p:spPr>
          <a:xfrm>
            <a:off x="6062400" y="2523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40"/>
          <p:cNvSpPr/>
          <p:nvPr/>
        </p:nvSpPr>
        <p:spPr>
          <a:xfrm>
            <a:off x="6062400" y="2523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Packet Log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41"/>
          <p:cNvSpPr/>
          <p:nvPr/>
        </p:nvSpPr>
        <p:spPr>
          <a:xfrm>
            <a:off x="7479720" y="2523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2"/>
          <p:cNvSpPr/>
          <p:nvPr/>
        </p:nvSpPr>
        <p:spPr>
          <a:xfrm>
            <a:off x="7479720" y="2523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Settings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3"/>
          <p:cNvSpPr/>
          <p:nvPr/>
        </p:nvSpPr>
        <p:spPr>
          <a:xfrm>
            <a:off x="228600" y="3035880"/>
            <a:ext cx="4205880" cy="1627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4"/>
          <p:cNvSpPr/>
          <p:nvPr/>
        </p:nvSpPr>
        <p:spPr>
          <a:xfrm>
            <a:off x="228600" y="3035880"/>
            <a:ext cx="54360" cy="162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45"/>
          <p:cNvSpPr/>
          <p:nvPr/>
        </p:nvSpPr>
        <p:spPr>
          <a:xfrm>
            <a:off x="356760" y="30816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Rendering &amp; Performance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6"/>
          <p:cNvSpPr/>
          <p:nvPr/>
        </p:nvSpPr>
        <p:spPr>
          <a:xfrm>
            <a:off x="356760" y="3355920"/>
            <a:ext cx="402300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Anomaly rows highlighted via QStyledItemDelegate: severity-mapped colors (red/amber/blue) without model repaint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Route Map tab: QGraphicsScene with hop nodes and latency-weighted edges overlaid on embedded SVG world map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Memory: each Qt connection record ~256 bytes; 10k connections = 2.5 MB in model — well within acceptable bound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Chart updates: only dirty data points re-rendered; QCPGraph::setData() with preserveSortedData=false for speed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47"/>
          <p:cNvSpPr/>
          <p:nvPr/>
        </p:nvSpPr>
        <p:spPr>
          <a:xfrm>
            <a:off x="4553640" y="3035880"/>
            <a:ext cx="4361400" cy="1627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8"/>
          <p:cNvSpPr/>
          <p:nvPr/>
        </p:nvSpPr>
        <p:spPr>
          <a:xfrm>
            <a:off x="4553640" y="3035880"/>
            <a:ext cx="54360" cy="162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9"/>
          <p:cNvSpPr/>
          <p:nvPr/>
        </p:nvSpPr>
        <p:spPr>
          <a:xfrm>
            <a:off x="4681800" y="308160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Key UI Features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0"/>
          <p:cNvSpPr/>
          <p:nvPr/>
        </p:nvSpPr>
        <p:spPr>
          <a:xfrm>
            <a:off x="4681800" y="3355920"/>
            <a:ext cx="417852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Trust Score tab: letter grade A–F per PID with trend arrow; computed from weighted anomaly + volume + DNS status formula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Cost Tracker: bytes-per-interface × $/GB configurable rate; aggregated per process and per destination ASN per billing period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Threat Map: external destination IPs plotted on world map using GeoIP lat/lon data from route daemon JSON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BGP Monitor: timeline view of ASN changes per destination with old_asn/new_asn diff and hop position highlighted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Advanced Features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Firewall control, trust scoring, bandwidth throttling, and cloud cost tracking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7"/>
          <p:cNvSpPr/>
          <p:nvPr/>
        </p:nvSpPr>
        <p:spPr>
          <a:xfrm>
            <a:off x="228600" y="1005840"/>
            <a:ext cx="4205880" cy="20113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8"/>
          <p:cNvSpPr/>
          <p:nvPr/>
        </p:nvSpPr>
        <p:spPr>
          <a:xfrm>
            <a:off x="228600" y="1005840"/>
            <a:ext cx="54360" cy="2011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Firewall &amp; Packet Filtering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0"/>
          <p:cNvSpPr/>
          <p:nvPr/>
        </p:nvSpPr>
        <p:spPr>
          <a:xfrm>
            <a:off x="356760" y="1325880"/>
            <a:ext cx="402300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writes DROP/ALLOW/THROTTLE commands to /proc/kta/firewall; kernel proc_write parses and updates in-kernel rule list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Rules stored as {src_ip, dst_ip, dst_port, action, expire_ts} structs in a singly-linked kernel list protected by spinlock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NF_DROP returned from Netfilter hook for packets matching active DROP rules — no packet copy to userspace occurs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Timed rules: expire_ts set by GUI (e.g. block for 60s); GC workqueue removes expired rules every 30s via ktime_get() comparison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1"/>
          <p:cNvSpPr/>
          <p:nvPr/>
        </p:nvSpPr>
        <p:spPr>
          <a:xfrm>
            <a:off x="4553640" y="1005840"/>
            <a:ext cx="4361400" cy="20113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2"/>
          <p:cNvSpPr/>
          <p:nvPr/>
        </p:nvSpPr>
        <p:spPr>
          <a:xfrm>
            <a:off x="4553640" y="1005840"/>
            <a:ext cx="54360" cy="2011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Trust Scoring System (A–F)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4"/>
          <p:cNvSpPr/>
          <p:nvPr/>
        </p:nvSpPr>
        <p:spPr>
          <a:xfrm>
            <a:off x="4681800" y="1325880"/>
            <a:ext cx="417852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Score computed per PID each polling cycle: base 100 minus weighted penalties from anomaly records attributed to that PID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Penalty weights: SYN flood –30, port scan –25, DNS leak –20, BGP route change –15, unknown DNS –10, long-lived conn –5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Grade bands: A=90–100, B=75–89, C=60–74, D=45–59, F=&lt;45; trend arrow shows score delta over last 5 cycles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Score resets to 100 when PID exits and a new process takes the same PID — no historical penalty inheritance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5"/>
          <p:cNvSpPr/>
          <p:nvPr/>
        </p:nvSpPr>
        <p:spPr>
          <a:xfrm>
            <a:off x="228600" y="3127320"/>
            <a:ext cx="4205880" cy="15814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6"/>
          <p:cNvSpPr/>
          <p:nvPr/>
        </p:nvSpPr>
        <p:spPr>
          <a:xfrm>
            <a:off x="228600" y="3127320"/>
            <a:ext cx="54360" cy="158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7"/>
          <p:cNvSpPr/>
          <p:nvPr/>
        </p:nvSpPr>
        <p:spPr>
          <a:xfrm>
            <a:off x="356760" y="317304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Bandwidth Throttling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8"/>
          <p:cNvSpPr/>
          <p:nvPr/>
        </p:nvSpPr>
        <p:spPr>
          <a:xfrm>
            <a:off x="356760" y="3447360"/>
            <a:ext cx="402300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Token bucket algorithm in kernel: N bytes replenished per 100ms hrtimer; excess packets above bucket depth returned NF_DROP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THROTTLE command format: THROTTLE &lt;src_ip&gt; &lt;dst_ip&gt; &lt;kbps&gt;; stored in kernel throttle_table indexed by 4-tuple prefix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Throttle state exported in /proc/kta/stats: per-rule current_rate_kbps, bucket_level_bytes, drop_count for GUI display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9"/>
          <p:cNvSpPr/>
          <p:nvPr/>
        </p:nvSpPr>
        <p:spPr>
          <a:xfrm>
            <a:off x="4553640" y="3127320"/>
            <a:ext cx="4361400" cy="15814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20"/>
          <p:cNvSpPr/>
          <p:nvPr/>
        </p:nvSpPr>
        <p:spPr>
          <a:xfrm>
            <a:off x="4553640" y="3127320"/>
            <a:ext cx="54360" cy="158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1"/>
          <p:cNvSpPr/>
          <p:nvPr/>
        </p:nvSpPr>
        <p:spPr>
          <a:xfrm>
            <a:off x="4681800" y="317304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Cost Tracking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2"/>
          <p:cNvSpPr/>
          <p:nvPr/>
        </p:nvSpPr>
        <p:spPr>
          <a:xfrm>
            <a:off x="4681800" y="3447360"/>
            <a:ext cx="417852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Per-connection bytes aggregated per interface (eth0, wlan0, tun0); user-configured $/GB rate applied per interface in GUI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Cost formula: (bytes_total / 1e9) × rate_per_gb; displayed per PID and per destination ASN in Cost Tracker tab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Configurable billing period (hourly/daily/monthly) with rolling cost accumulation since KTA module load time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Designed for cloud VM egress attribution: identifies which process generates most billable outbound data volume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Performance + Design Constraints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 engineering tradeoffs: softirq limits, memory bounds, latency budget, async delegation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7"/>
          <p:cNvSpPr/>
          <p:nvPr/>
        </p:nvSpPr>
        <p:spPr>
          <a:xfrm>
            <a:off x="228600" y="1005840"/>
            <a:ext cx="4205880" cy="1919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8"/>
          <p:cNvSpPr/>
          <p:nvPr/>
        </p:nvSpPr>
        <p:spPr>
          <a:xfrm>
            <a:off x="228600" y="1005840"/>
            <a:ext cx="54360" cy="1919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Softirq Context Constraints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0"/>
          <p:cNvSpPr/>
          <p:nvPr/>
        </p:nvSpPr>
        <p:spPr>
          <a:xfrm>
            <a:off x="356760" y="1325880"/>
            <a:ext cx="402300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Netfilter hook runs in softirq: must not sleep, block on mutex, call vmalloc/GFP_KERNEL, or dereference user memory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All hot-path allocations use kmem_cache (slab) pre-allocated at module_init(); GFP_ATOMIC reserved for rare dynamic cases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parsing uses pre-allocated per-CPU 512B buffers (alloc_percpu at init) — zero runtime allocation in softirq path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Complex operations (anomaly scoring, cache eviction, GC) deferred to workqueue via queue_work() — process context, no restrictions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1"/>
          <p:cNvSpPr/>
          <p:nvPr/>
        </p:nvSpPr>
        <p:spPr>
          <a:xfrm>
            <a:off x="4553640" y="1005840"/>
            <a:ext cx="4361400" cy="1919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2"/>
          <p:cNvSpPr/>
          <p:nvPr/>
        </p:nvSpPr>
        <p:spPr>
          <a:xfrm>
            <a:off x="4553640" y="1005840"/>
            <a:ext cx="54360" cy="1919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Memory Model &amp; Footprint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4"/>
          <p:cNvSpPr/>
          <p:nvPr/>
        </p:nvSpPr>
        <p:spPr>
          <a:xfrm>
            <a:off x="4681800" y="1325880"/>
            <a:ext cx="417852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Connection hash table: 2^14 buckets × 8B pointer = 128 KB static; each kta_conn ≈ 320 bytes → 10k conns = 3.2 MB total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cache: max 4096 entries × ~128 bytes = 512 KB; LRU eviction bounds heap usage at this fixed ceiling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Total module kernel memory at 10k connections: ~4 MB — acceptable on any 64-bit host with 1+ GB RAM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vmalloc used only for large temporary seq_file buffers; freed immediately after /proc read completion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5"/>
          <p:cNvSpPr/>
          <p:nvPr/>
        </p:nvSpPr>
        <p:spPr>
          <a:xfrm>
            <a:off x="228600" y="3035880"/>
            <a:ext cx="4205880" cy="1627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6"/>
          <p:cNvSpPr/>
          <p:nvPr/>
        </p:nvSpPr>
        <p:spPr>
          <a:xfrm>
            <a:off x="228600" y="3035880"/>
            <a:ext cx="54360" cy="162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7"/>
          <p:cNvSpPr/>
          <p:nvPr/>
        </p:nvSpPr>
        <p:spPr>
          <a:xfrm>
            <a:off x="356760" y="30816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Latency &amp; Throughput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8"/>
          <p:cNvSpPr/>
          <p:nvPr/>
        </p:nvSpPr>
        <p:spPr>
          <a:xfrm>
            <a:off x="356760" y="3355920"/>
            <a:ext cx="402300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Per-packet hook overhead: &lt;2 μs on Intel i7-class CPU (hash lookup + counter update + state check via benchmark)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Practical throughput limit: 1 Gbps sustained with &lt;5% CPU overhead — tested via iperf3 on 4-core VM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At 10 Gbps line rate (~14 Mpps for 64B pkts), 2 μs/pkt budget is exceeded; KTA targets monitoring, not line-rate filtering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RCU read-side critical section: ~50 ns average — negligible vs packet processing time in any practical scenario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9"/>
          <p:cNvSpPr/>
          <p:nvPr/>
        </p:nvSpPr>
        <p:spPr>
          <a:xfrm>
            <a:off x="4553640" y="3035880"/>
            <a:ext cx="4361400" cy="1627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0"/>
          <p:cNvSpPr/>
          <p:nvPr/>
        </p:nvSpPr>
        <p:spPr>
          <a:xfrm>
            <a:off x="4553640" y="3035880"/>
            <a:ext cx="54360" cy="162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1"/>
          <p:cNvSpPr/>
          <p:nvPr/>
        </p:nvSpPr>
        <p:spPr>
          <a:xfrm>
            <a:off x="4681800" y="308160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Async Workqueue Design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2"/>
          <p:cNvSpPr/>
          <p:nvPr/>
        </p:nvSpPr>
        <p:spPr>
          <a:xfrm>
            <a:off x="4681800" y="3355920"/>
            <a:ext cx="417852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system_wq handles short bounded items (anomaly check, score update); system_long_wq for GC to avoid occupying shared wq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Workqueue items access connection table via rcu_read_lock() — fully concurrent with Netfilter hook path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delayed_work for GC every 30s: expires TIME_WAIT conns, evicts stale DNS entries, cleans expired firewall rules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 write handlers (from GUI/daemon) run in process context — safe for mutex_lock(), kmalloc(GFP_KERNEL), copy_from_user()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"/>
          <p:cNvSpPr/>
          <p:nvPr/>
        </p:nvSpPr>
        <p:spPr>
          <a:xfrm>
            <a:off x="0" y="5052240"/>
            <a:ext cx="9143640" cy="91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"/>
          <p:cNvSpPr/>
          <p:nvPr/>
        </p:nvSpPr>
        <p:spPr>
          <a:xfrm>
            <a:off x="0" y="91440"/>
            <a:ext cx="3474360" cy="4960440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"/>
          <p:cNvSpPr/>
          <p:nvPr/>
        </p:nvSpPr>
        <p:spPr>
          <a:xfrm>
            <a:off x="3474720" y="91440"/>
            <a:ext cx="54360" cy="496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274320" y="457200"/>
            <a:ext cx="292572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KTA</a:t>
            </a:r>
            <a:endParaRPr lang="en-IN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v6.0</a:t>
            </a:r>
            <a:endParaRPr lang="en-IN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"/>
          <p:cNvSpPr/>
          <p:nvPr/>
        </p:nvSpPr>
        <p:spPr>
          <a:xfrm>
            <a:off x="274320" y="201168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 &amp; Impact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6"/>
          <p:cNvSpPr/>
          <p:nvPr/>
        </p:nvSpPr>
        <p:spPr>
          <a:xfrm>
            <a:off x="457200" y="2423160"/>
            <a:ext cx="255996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7"/>
          <p:cNvSpPr/>
          <p:nvPr/>
        </p:nvSpPr>
        <p:spPr>
          <a:xfrm>
            <a:off x="274320" y="257868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8"/>
          <p:cNvSpPr/>
          <p:nvPr/>
        </p:nvSpPr>
        <p:spPr>
          <a:xfrm>
            <a:off x="1719000" y="260604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 interfaces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9"/>
          <p:cNvSpPr/>
          <p:nvPr/>
        </p:nvSpPr>
        <p:spPr>
          <a:xfrm>
            <a:off x="274320" y="301752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0"/>
          <p:cNvSpPr/>
          <p:nvPr/>
        </p:nvSpPr>
        <p:spPr>
          <a:xfrm>
            <a:off x="1719000" y="304488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tabs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1"/>
          <p:cNvSpPr/>
          <p:nvPr/>
        </p:nvSpPr>
        <p:spPr>
          <a:xfrm>
            <a:off x="274320" y="345636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2"/>
          <p:cNvSpPr/>
          <p:nvPr/>
        </p:nvSpPr>
        <p:spPr>
          <a:xfrm>
            <a:off x="1719000" y="348372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anomaly detectors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3"/>
          <p:cNvSpPr/>
          <p:nvPr/>
        </p:nvSpPr>
        <p:spPr>
          <a:xfrm>
            <a:off x="274320" y="389520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&lt;2 μs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4"/>
          <p:cNvSpPr/>
          <p:nvPr/>
        </p:nvSpPr>
        <p:spPr>
          <a:xfrm>
            <a:off x="1719000" y="392292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hook overhead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5"/>
          <p:cNvSpPr/>
          <p:nvPr/>
        </p:nvSpPr>
        <p:spPr>
          <a:xfrm>
            <a:off x="274320" y="433440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1 Gbps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6"/>
          <p:cNvSpPr/>
          <p:nvPr/>
        </p:nvSpPr>
        <p:spPr>
          <a:xfrm>
            <a:off x="1719000" y="436176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tested throughput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7"/>
          <p:cNvSpPr/>
          <p:nvPr/>
        </p:nvSpPr>
        <p:spPr>
          <a:xfrm>
            <a:off x="3749040" y="20124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KTA Demonstrates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8"/>
          <p:cNvSpPr/>
          <p:nvPr/>
        </p:nvSpPr>
        <p:spPr>
          <a:xfrm>
            <a:off x="3749040" y="658440"/>
            <a:ext cx="5120280" cy="100548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9"/>
          <p:cNvSpPr/>
          <p:nvPr/>
        </p:nvSpPr>
        <p:spPr>
          <a:xfrm>
            <a:off x="3749040" y="658440"/>
            <a:ext cx="54360" cy="1005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0"/>
          <p:cNvSpPr/>
          <p:nvPr/>
        </p:nvSpPr>
        <p:spPr>
          <a:xfrm>
            <a:off x="3877200" y="713160"/>
            <a:ext cx="489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Kernel-Depth Observability Without Copy Overhead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1"/>
          <p:cNvSpPr/>
          <p:nvPr/>
        </p:nvSpPr>
        <p:spPr>
          <a:xfrm>
            <a:off x="3877200" y="98748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Proves that production-grade network monitoring is achievable entirely within Netfilter hooks, eliminating the PID race conditions and per-packet copy overhead inherent in all libpcap-based tools.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2"/>
          <p:cNvSpPr/>
          <p:nvPr/>
        </p:nvSpPr>
        <p:spPr>
          <a:xfrm>
            <a:off x="3749040" y="1737360"/>
            <a:ext cx="5120280" cy="10054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23"/>
          <p:cNvSpPr/>
          <p:nvPr/>
        </p:nvSpPr>
        <p:spPr>
          <a:xfrm>
            <a:off x="3749040" y="1737360"/>
            <a:ext cx="54360" cy="1005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4"/>
          <p:cNvSpPr/>
          <p:nvPr/>
        </p:nvSpPr>
        <p:spPr>
          <a:xfrm>
            <a:off x="3877200" y="1792080"/>
            <a:ext cx="489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Zero-Copy /proc IPC Architecture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5"/>
          <p:cNvSpPr/>
          <p:nvPr/>
        </p:nvSpPr>
        <p:spPr>
          <a:xfrm>
            <a:off x="3877200" y="206640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The /proc VFS interface pattern — RCU-safe reads, seq_file multi-record output, proc_write command channel — provides stable, low-overhead IPC between kernel and userspace with no socket complexity.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6"/>
          <p:cNvSpPr/>
          <p:nvPr/>
        </p:nvSpPr>
        <p:spPr>
          <a:xfrm>
            <a:off x="3749040" y="2816280"/>
            <a:ext cx="5120280" cy="1005480"/>
          </a:xfrm>
          <a:prstGeom prst="rect">
            <a:avLst/>
          </a:prstGeom>
          <a:solidFill>
            <a:srgbClr val="141c2e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7"/>
          <p:cNvSpPr/>
          <p:nvPr/>
        </p:nvSpPr>
        <p:spPr>
          <a:xfrm>
            <a:off x="3749040" y="2816280"/>
            <a:ext cx="54360" cy="1005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8"/>
          <p:cNvSpPr/>
          <p:nvPr/>
        </p:nvSpPr>
        <p:spPr>
          <a:xfrm>
            <a:off x="3877200" y="2871360"/>
            <a:ext cx="489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Unified Multi-Layer Correlation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9"/>
          <p:cNvSpPr/>
          <p:nvPr/>
        </p:nvSpPr>
        <p:spPr>
          <a:xfrm>
            <a:off x="3877200" y="314568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Simultaneous correlation of PID → connection → DNS hostname → geographic route → anomaly in a single UI is not achievable with any combination of existing Linux monitoring tools.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0"/>
          <p:cNvSpPr/>
          <p:nvPr/>
        </p:nvSpPr>
        <p:spPr>
          <a:xfrm>
            <a:off x="3749040" y="3895200"/>
            <a:ext cx="5120280" cy="10054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1"/>
          <p:cNvSpPr/>
          <p:nvPr/>
        </p:nvSpPr>
        <p:spPr>
          <a:xfrm>
            <a:off x="3749040" y="3895200"/>
            <a:ext cx="54360" cy="1005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2"/>
          <p:cNvSpPr/>
          <p:nvPr/>
        </p:nvSpPr>
        <p:spPr>
          <a:xfrm>
            <a:off x="3877200" y="3950280"/>
            <a:ext cx="489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Threat-Aware Host Observability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33"/>
          <p:cNvSpPr/>
          <p:nvPr/>
        </p:nvSpPr>
        <p:spPr>
          <a:xfrm>
            <a:off x="3877200" y="422460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8 anomaly detectors, trust scoring, and BGP monitoring make KTA actionable as a lightweight host-based IDS — beyond passive observation, enabling real-time policy enforcement via kernel firewall integration.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LibreOffice/25.8.6.2$Linux_X86_64 LibreOffice_project/a46b460d1686bb49c718d2ef5f88b83ff2dc4981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2026-04-06T05:01:08Z</dcterms:created>
  <dc:creator>KTA Team</dc:creator>
  <dc:description/>
  <dc:language>en-IN</dc:language>
  <cp:lastModifiedBy>KTA Team</cp:lastModifiedBy>
  <dcterms:modified xsi:type="dcterms:W3CDTF">2026-04-06T05:01:08Z</dcterms:modified>
  <cp:revision>1</cp:revision>
  <dc:subject>PptxGenJS Presentation</dc:subject>
  <dc:title>Kernel Traffic Analyzer v6.0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
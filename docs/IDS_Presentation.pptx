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53312"/>
            <a:ext cx="9144000" cy="37901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Intelligent Intrusion Detection System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0" y="1463040"/>
            <a:ext cx="1463040" cy="347472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PS-06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A8"/>
                </a:solidFill>
              </a:rPr>
              <a:t>Real-time network threat detection using kernel-level packet capture,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563A8"/>
                </a:solidFill>
              </a:rPr>
              <a:t>C++20 pipeline, and Python ML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6400800" cy="0"/>
          </a:xfrm>
          <a:prstGeom prst="line">
            <a:avLst/>
          </a:prstGeom>
          <a:noFill/>
          <a:ln w="12700">
            <a:solidFill>
              <a:srgbClr val="A0C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B.Tech CSE  |  Major Project Demo  |  April 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82880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Linux Kernel 6.8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3657600"/>
            <a:ext cx="182880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657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C++20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3657600"/>
            <a:ext cx="182880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657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Qt6 Dashboard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3657600"/>
            <a:ext cx="182880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657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Python ML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200400" cy="402336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8"/>
                </a:solidFill>
              </a:rPr>
              <a:t>Why IDS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7BD5"/>
                </a:solidFill>
              </a:rPr>
              <a:t>4.1M+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Cyber attacks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daily (2024)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7BD5"/>
                </a:solidFill>
              </a:rPr>
              <a:t>$4.88M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Avg. data breach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cost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7BD5"/>
                </a:solidFill>
              </a:rPr>
              <a:t>277 days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Mean time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to detect breach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0" y="777240"/>
            <a:ext cx="5029200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777240"/>
            <a:ext cx="64008" cy="117043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822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</a:rPr>
              <a:t>Signature-based systems are static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23360" y="111556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Traditional IDS rely on rule databases; they fail against zero-day exploits and novel attack patterns.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0" y="2039112"/>
            <a:ext cx="5029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2039112"/>
            <a:ext cx="64008" cy="117043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20848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</a:rPr>
              <a:t>High false positive rates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023360" y="237744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Legacy tools overwhelm analysts with noise, leading to alert fatigue and missed genuine threats.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0" y="3300984"/>
            <a:ext cx="5029200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3300984"/>
            <a:ext cx="64008" cy="117043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33467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</a:rPr>
              <a:t>Need for ML-assisted detection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23360" y="3639312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Anomaly detection + classification can catch unseen attacks in real-time without manual rule updates.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2011680" cy="13716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Kernel Module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ids_kmod.c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Netfilter hook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554480"/>
            <a:ext cx="2011680" cy="13716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Userspace Pipeline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14600" y="2148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C++20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Packet parser / Flow tracker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2011680" cy="1371600"/>
          </a:xfrm>
          <a:prstGeom prst="rect">
            <a:avLst/>
          </a:prstGeom>
          <a:solidFill>
            <a:srgbClr val="2E7D50"/>
          </a:solidFill>
          <a:ln w="12700">
            <a:solidFill>
              <a:srgbClr val="2E7D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ML Engine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148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Python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Isolation Forest + Random Forest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554480"/>
            <a:ext cx="2011680" cy="1371600"/>
          </a:xfrm>
          <a:prstGeom prst="rect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Qt6 Dashboard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2148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Real-time 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4-panel layout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2240280"/>
            <a:ext cx="41148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2148840"/>
            <a:ext cx="155448" cy="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42032" y="2331720"/>
            <a:ext cx="155448" cy="-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2240280"/>
            <a:ext cx="41148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0872" y="2148840"/>
            <a:ext cx="155448" cy="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0872" y="2331720"/>
            <a:ext cx="155448" cy="-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2240280"/>
            <a:ext cx="41148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9712" y="2148840"/>
            <a:ext cx="155448" cy="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9712" y="2331720"/>
            <a:ext cx="155448" cy="-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00400"/>
            <a:ext cx="8595360" cy="34747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2004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004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NF_INET_PRE_ROUTING hook captures every packet at kernel level via sk_buff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593592"/>
            <a:ext cx="85953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93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②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35935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C++20 pipeline: PacketCapture → PacketParser → FlowTracker → FeatureExtractor → DetectionEngine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3986784"/>
            <a:ext cx="8595360" cy="34747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9867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③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398678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ML Bridge spawns Python subprocess; sends feature vectors, receives anomaly scores + classification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379976"/>
            <a:ext cx="85953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3799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④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43799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Qt6 Dashboard polls at 200ms via QTimer, displays live traffic, alerts, and suspicious IPs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Technology Stack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2057400" cy="1481328"/>
          </a:xfrm>
          <a:prstGeom prst="rect">
            <a:avLst/>
          </a:prstGeom>
          <a:solidFill>
            <a:srgbClr val="E8F4FD"/>
          </a:solidFill>
          <a:ln w="12700">
            <a:solidFill>
              <a:srgbClr val="A0C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13232"/>
            <a:ext cx="205740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OS / Kernel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7472" y="103327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8"/>
                </a:solidFill>
              </a:rPr>
              <a:t>Linux Kernel 6.8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4630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Netfilter hooks, Generic Netlink, /proc fs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713232"/>
            <a:ext cx="205740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713232"/>
            <a:ext cx="205740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8046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Core Language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14600" y="103327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8"/>
                </a:solidFill>
              </a:rPr>
              <a:t>C++20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4630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Concepts, ranges, coroutines, structured bindings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90288" y="713232"/>
            <a:ext cx="2057400" cy="1481328"/>
          </a:xfrm>
          <a:prstGeom prst="rect">
            <a:avLst/>
          </a:prstGeom>
          <a:solidFill>
            <a:srgbClr val="FFF3E0"/>
          </a:solidFill>
          <a:ln w="12700">
            <a:solidFill>
              <a:srgbClr val="F0C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713232"/>
            <a:ext cx="205740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8046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UI Framework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81728" y="103327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8"/>
                </a:solidFill>
              </a:rPr>
              <a:t>Qt6 / QWidgets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14630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Signal/slot, QTimer, thread-safe QueuedConnection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57416" y="713232"/>
            <a:ext cx="2057400" cy="1481328"/>
          </a:xfrm>
          <a:prstGeom prst="rect">
            <a:avLst/>
          </a:prstGeom>
          <a:solidFill>
            <a:srgbClr val="E8F8F0"/>
          </a:solidFill>
          <a:ln w="12700">
            <a:solidFill>
              <a:srgbClr val="90CC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57416" y="713232"/>
            <a:ext cx="205740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8046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Packet Capture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48856" y="103327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8"/>
                </a:solidFill>
              </a:rPr>
              <a:t>libpcap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48856" y="14630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Userspace fallback capture, BPF filtering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359152"/>
            <a:ext cx="2057400" cy="1481328"/>
          </a:xfrm>
          <a:prstGeom prst="rect">
            <a:avLst/>
          </a:prstGeom>
          <a:solidFill>
            <a:srgbClr val="E8F4FD"/>
          </a:solidFill>
          <a:ln w="12700">
            <a:solidFill>
              <a:srgbClr val="A0C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359152"/>
            <a:ext cx="205740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4505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ML Engine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26791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8"/>
                </a:solidFill>
              </a:rPr>
              <a:t>Python 3 / scikit-learn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" y="3108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IsolationForest, RandomForestClassifier, joblib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23160" y="2359152"/>
            <a:ext cx="205740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3160" y="2359152"/>
            <a:ext cx="205740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24505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Training Data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14600" y="26791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8"/>
                </a:solidFill>
              </a:rPr>
              <a:t>CICIDS2017 Dataset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14600" y="3108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8 CSV files, labeled benign &amp; attack flows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90288" y="2359152"/>
            <a:ext cx="2057400" cy="1481328"/>
          </a:xfrm>
          <a:prstGeom prst="rect">
            <a:avLst/>
          </a:prstGeom>
          <a:solidFill>
            <a:srgbClr val="FFF3E0"/>
          </a:solidFill>
          <a:ln w="12700">
            <a:solidFill>
              <a:srgbClr val="F0C0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0288" y="2359152"/>
            <a:ext cx="205740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4505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IPC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81728" y="26791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8"/>
                </a:solidFill>
              </a:rPr>
              <a:t>Generic Netlink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81728" y="3108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Kernel→userspace multicast; replaces raw sockets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57416" y="2359152"/>
            <a:ext cx="2057400" cy="1481328"/>
          </a:xfrm>
          <a:prstGeom prst="rect">
            <a:avLst/>
          </a:prstGeom>
          <a:solidFill>
            <a:srgbClr val="E8F8F0"/>
          </a:solidFill>
          <a:ln w="12700">
            <a:solidFill>
              <a:srgbClr val="90CC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57416" y="2359152"/>
            <a:ext cx="205740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8856" y="24505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Build System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48856" y="26791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8"/>
                </a:solidFill>
              </a:rPr>
              <a:t>CMake 3.28+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48856" y="31089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Modular targets, FetchContent, compile_commands.json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Kernel Module — ids_kmod.c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5212080" cy="73152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85800"/>
            <a:ext cx="64008" cy="7315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Netfilter Hook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418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Registers at NF_INET_PRE_ROUTING with priority NF_IP_PRI_FIRST; inspects every inbound packet before routing.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490472"/>
            <a:ext cx="52120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90472"/>
            <a:ext cx="64008" cy="7315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1790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5-Tuple Extraction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4650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Reads src/dst IP, src/dst port, protocol from sk_buff; also extracts TCP flags (SYN, ACK, FIN, RST).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95144"/>
            <a:ext cx="5212080" cy="73152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95144"/>
            <a:ext cx="64008" cy="7315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22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Generic Netlink Multicast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5117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Sends parsed metadata to userspace via genl_multicast_allns(); userspace binds to the 'ids_grp' group.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99816"/>
            <a:ext cx="52120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99816"/>
            <a:ext cx="64008" cy="7315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272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Per-CPU Rate Limiter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558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Uses per_cpu atomic counter to cap at 10,000 pkt/s per CPU — prevents kernel panic under flood.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904488"/>
            <a:ext cx="5212080" cy="73152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904488"/>
            <a:ext cx="64008" cy="7315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319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/proc/ids_kmod Stats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Exposes packets_seen, packets_dropped, nl_sends via /proc/ids_kmod for live debugging.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0" y="685800"/>
            <a:ext cx="3246120" cy="41605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71323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C8E3"/>
                </a:solidFill>
              </a:rPr>
              <a:t>ids_kmod.c  (excerpt)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715000" y="1078992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unsigned int ids_hook_fn(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*priv,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sk_buff *skb,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struct nf_hook_state *state) {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iphdr *iph =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ip_hdr(skb);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tcphdr *tcph =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tcp_hdr(skb);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Rate limit check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(this_cpu_inc_return(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pkt_count) &gt; RATE_LIMIT)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NF_ACCEPT;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Send via Netlink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ids_nl_send(iph, tcph);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NF_ACCEPT;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Packet Capture &amp; Parsing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2286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NetlinkReceiver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Kernel path (primary)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Generic Netlink socket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26080" y="713232"/>
            <a:ext cx="2286000" cy="960120"/>
          </a:xfrm>
          <a:prstGeom prst="rect">
            <a:avLst/>
          </a:prstGeom>
          <a:solidFill>
            <a:srgbClr val="2E7D50"/>
          </a:solidFill>
          <a:ln w="12700">
            <a:solidFill>
              <a:srgbClr val="2E7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7498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PacketCapture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17520" y="105156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libpcap fallback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BPF filter, promiscuous mode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70048" y="10058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7BD5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394960" y="713232"/>
            <a:ext cx="1828800" cy="9601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749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PacketParser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40680" y="10515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Ethernet→IP→TCP/UDP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header dissection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492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7BD5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60920" y="713232"/>
            <a:ext cx="1554480" cy="960120"/>
          </a:xfrm>
          <a:prstGeom prst="rect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7498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ParsedPacket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06640" y="105156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Struct emitted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to pipeline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59168" y="10058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7BD5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74320" y="1874520"/>
            <a:ext cx="4114800" cy="109728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874520"/>
            <a:ext cx="64008" cy="10972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9476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Protocol Dissection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22199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Ethernet (14B) → IPv4 header → TCP (with options) or UDP. Handles VLAN-tagged frames.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663440" y="1874520"/>
            <a:ext cx="4114800" cy="1097280"/>
          </a:xfrm>
          <a:prstGeom prst="rect">
            <a:avLst/>
          </a:prstGeom>
          <a:solidFill>
            <a:srgbClr val="E8F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874520"/>
            <a:ext cx="64008" cy="10972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9476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SYN Detection Logic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22199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isSYN() = (flags &amp; 0x02) &amp;&amp; !(flags &amp; 0x10)   — pure SYN, not SYN-ACK; critical for SYN flood detection.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274320" y="3108960"/>
            <a:ext cx="4114800" cy="109728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108960"/>
            <a:ext cx="64008" cy="10972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821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Dual-Path Design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45643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NetlinkReceiver is primary (zero-copy from kernel). libpcap is automatic fallback if kernel module not loaded.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663440" y="3108960"/>
            <a:ext cx="4114800" cy="1097280"/>
          </a:xfrm>
          <a:prstGeom prst="rect">
            <a:avLst/>
          </a:prstGeom>
          <a:solidFill>
            <a:srgbClr val="E8F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108960"/>
            <a:ext cx="64008" cy="10972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1821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ParsedPacket Struct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45643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src_ip, dst_ip, src_port, dst_port, proto, flags, payload_len, timestamp (ns precision).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Flow Tracking — FlowTracker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3840480" cy="1417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FlowWindow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Key: 5-tuple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(src_ip, dst_ip, src_port,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dst_port, proto)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713232"/>
            <a:ext cx="3840480" cy="1417320"/>
          </a:xfrm>
          <a:prstGeom prst="rect">
            <a:avLst/>
          </a:prstGeom>
          <a:solidFill>
            <a:srgbClr val="2E7D50"/>
          </a:solidFill>
          <a:ln w="12700">
            <a:solidFill>
              <a:srgbClr val="2E7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749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SrcWindow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115568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Key: src_ip only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Aggregates across 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destinations &amp; ports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51960" y="109728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A7BD5"/>
                </a:solidFill>
              </a:rPr>
              <a:t>↔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114800" cy="109728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31720"/>
            <a:ext cx="64008" cy="10972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04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Sliding Window Eviction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791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D2D2D"/>
                </a:solidFill>
              </a:rPr>
              <a:t>Both windows use a configurable time window (default 10s). Stale flows are evicted on each update to bound memory usage.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4114800" cy="1097280"/>
          </a:xfrm>
          <a:prstGeom prst="rect">
            <a:avLst/>
          </a:prstGeom>
          <a:solidFill>
            <a:srgbClr val="E8F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331720"/>
            <a:ext cx="64008" cy="10972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404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Why SrcWindow is Essential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6791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D2D2D"/>
                </a:solidFill>
              </a:rPr>
              <a:t>Port scans appear as many short flows — each FlowWindow entry looks benign. SrcWindow aggregates unique_ports and syn_count across all flows from one IP, revealing the pattern.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syn_count Aggregation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1363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D2D2D"/>
                </a:solidFill>
              </a:rPr>
              <a:t>SrcWindow.syn_count increments for every SYN packet from a source IP regardless of destination. This is the primary signal for both SYN flood and port scan detection.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11480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566160"/>
            <a:ext cx="64008" cy="10972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FlowStats Computed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91363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D2D2D"/>
                </a:solidFill>
              </a:rPr>
              <a:t>packet_count, byte_count, syn_count, unique_ports, first_seen, last_seen, duration_ms — emitted to FeatureExtractor on each update.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 Engineering — FeatureExtractor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011680" cy="987552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13232"/>
            <a:ext cx="2011680" cy="457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8638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96926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packet_rate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22529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2D2D"/>
                </a:solidFill>
              </a:rPr>
              <a:t>Packets/sec in flow window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600200" y="7863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pkt/s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77440" y="713232"/>
            <a:ext cx="2011680" cy="987552"/>
          </a:xfrm>
          <a:prstGeom prst="rect">
            <a:avLst/>
          </a:prstGeom>
          <a:solidFill>
            <a:srgbClr val="E8F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713232"/>
            <a:ext cx="2011680" cy="457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78638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50592" y="96926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unique_ports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22529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2D2D"/>
                </a:solidFill>
              </a:rPr>
              <a:t>Distinct dst ports from src IP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703320" y="7863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count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480560" y="713232"/>
            <a:ext cx="2011680" cy="98755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713232"/>
            <a:ext cx="2011680" cy="457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78638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53712" y="96926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syn_ratio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122529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2D2D"/>
                </a:solidFill>
              </a:rPr>
              <a:t>SYN packets / total packets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806440" y="7863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0–1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583680" y="713232"/>
            <a:ext cx="2011680" cy="9875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713232"/>
            <a:ext cx="2011680" cy="457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78638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56832" y="96926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syn_count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56832" y="122529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2D2D"/>
                </a:solidFill>
              </a:rPr>
              <a:t>Abs. SYN count from src IP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909560" y="7863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count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1792224"/>
            <a:ext cx="2011680" cy="987552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1792224"/>
            <a:ext cx="2011680" cy="457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18653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7472" y="20482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avg_packet_size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23042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2D2D"/>
                </a:solidFill>
              </a:rPr>
              <a:t>Mean payload bytes per packet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600200" y="18653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bytes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377440" y="1792224"/>
            <a:ext cx="2011680" cy="987552"/>
          </a:xfrm>
          <a:prstGeom prst="rect">
            <a:avLst/>
          </a:prstGeom>
          <a:solidFill>
            <a:srgbClr val="E8F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77440" y="1792224"/>
            <a:ext cx="2011680" cy="457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32304" y="18653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450592" y="20482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bytes_per_sec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50592" y="23042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2D2D"/>
                </a:solidFill>
              </a:rPr>
              <a:t>Total bytes / window duration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3703320" y="18653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B/s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80560" y="1792224"/>
            <a:ext cx="2011680" cy="98755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1792224"/>
            <a:ext cx="2011680" cy="457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35424" y="18653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53712" y="20482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port_scan_rate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53712" y="23042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2D2D"/>
                </a:solidFill>
              </a:rPr>
              <a:t>New ports opened per second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5806440" y="18653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ports/s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583680" y="1792224"/>
            <a:ext cx="2011680" cy="9875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1792224"/>
            <a:ext cx="2011680" cy="457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8544" y="18653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656832" y="20482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connection_count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56832" y="23042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2D2D"/>
                </a:solidFill>
              </a:rPr>
              <a:t>Active flows from source IP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7909560" y="18653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count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4320" y="2852928"/>
            <a:ext cx="859536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288036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800"/>
                </a:solidFill>
              </a:rPr>
              <a:t>⚡  Normalization: All features are z-score normalized using per-feature mean/std computed from the CICIDS2017 training set before being passed to the ML pipeline. FeatureVector is a std::array&lt;double, 8&gt;.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3520440"/>
            <a:ext cx="4114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54787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FlowStats  →  FeatureExtractor  →  FeatureVector  →  DetectionEngine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3520440"/>
            <a:ext cx="420624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54787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Thread-safe: FeatureVector is passed via std::shared_ptr&lt;&gt; between threads with no locking; immutable after construction.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Detection Engine — Two-Path Fusion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3931920" cy="2286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RuleEngine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CFF"/>
                </a:solidFill>
              </a:rPr>
              <a:t>Hard Threshold Rules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SYN flood: syn_rate &gt; 500/s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Port scan: unique_ports &gt; 50 in 10s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1122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DoS: packet_rate &gt; 10,000/s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459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Brute force: conn_count &gt; 100 same dst_port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37760" y="713232"/>
            <a:ext cx="3931920" cy="2286000"/>
          </a:xfrm>
          <a:prstGeom prst="rect">
            <a:avLst/>
          </a:prstGeom>
          <a:solidFill>
            <a:srgbClr val="2E7D50"/>
          </a:solidFill>
          <a:ln w="12700">
            <a:solidFill>
              <a:srgbClr val="2E7D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749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MLBridge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097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EEBB"/>
                </a:solidFill>
              </a:rPr>
              <a:t>Ensemble: IsolationForest + RandomForest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20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DD"/>
                </a:solidFill>
              </a:rPr>
              <a:t>• Anomaly score from IsolationForest (−1 = outlier)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20640" y="1764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DD"/>
                </a:solidFill>
              </a:rPr>
              <a:t>• Attack class from RandomForestClassifier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21122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DD"/>
                </a:solidFill>
              </a:rPr>
              <a:t>• FNV-1a hash cache: MLResultCache (LRU, 1024 slots)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0" y="2459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DD"/>
                </a:solidFill>
              </a:rPr>
              <a:t>• Python subprocess IPC via stdin/stdout pipe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24528" y="1280160"/>
            <a:ext cx="685800" cy="594360"/>
          </a:xfrm>
          <a:prstGeom prst="rect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1280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⊕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859536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F0C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00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5A00"/>
                </a:solidFill>
              </a:rPr>
              <a:t>Decision Fusion Logic: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if RuleEngine fires  OR  (IsolationForest score &lt; −0.2  AND  RandomForest confidence &gt; 0.75)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hits take priority; ML adds recall for novel attacks not covered by rules.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859536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→ Alert struct {src_ip, attack_type, severity, rule|ml, timestamp} → emitted via Qt signal to Dashboard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Machine Learning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057400" cy="14813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CICIDS2017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Dataset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8 CSVs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Benign + 7 attack types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~2.8M rows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31720" y="11887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7BD5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0" y="713232"/>
            <a:ext cx="2057400" cy="14813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7498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Selection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51760" y="118872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8 features extracted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Drop correlated cols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Handle NaN/Inf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11887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7BD5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713232"/>
            <a:ext cx="2057400" cy="1481328"/>
          </a:xfrm>
          <a:prstGeom prst="rect">
            <a:avLst/>
          </a:prstGeom>
          <a:solidFill>
            <a:srgbClr val="2E7D50"/>
          </a:solidFill>
          <a:ln w="12700">
            <a:solidFill>
              <a:srgbClr val="2E7D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7498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IsolationForest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18872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n_estimators=200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contamination=0.1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Anomaly scoring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03720" y="11887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7BD5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0" y="713232"/>
            <a:ext cx="2057400" cy="1481328"/>
          </a:xfrm>
          <a:prstGeom prst="rect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7498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RandomForest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23760" y="118872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n_estimators=300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max_depth=20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Multi-class clf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377440"/>
            <a:ext cx="85953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231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Saved: model_iforest.pkl  |  model_rf.pkl  |  scaler.pkl    (joblib, loaded at startup by ml_bridge.py)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35808"/>
            <a:ext cx="4114800" cy="896112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035808"/>
            <a:ext cx="64008" cy="89611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90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Python Subprocess IPC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35584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C++ spawns ml_bridge.py via popen(). Feature vector written to stdin as space-separated doubles; Python responds with 'score label confidence\n' on stdout.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035808"/>
            <a:ext cx="4114800" cy="896112"/>
          </a:xfrm>
          <a:prstGeom prst="rect">
            <a:avLst/>
          </a:prstGeom>
          <a:solidFill>
            <a:srgbClr val="E8F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035808"/>
            <a:ext cx="64008" cy="89611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90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Inference Latency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35584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Measured at &lt;2ms per query on local hardware. MLResultCache (FNV-1a hash, 1024 slots LRU) reduces repeated identical vectors to near-zero overhead.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041648"/>
            <a:ext cx="4114800" cy="89611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041648"/>
            <a:ext cx="64008" cy="89611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96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Attack Classes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36168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BENIGN, DoS, DDoS, PortScan, BruteForce, WebAttack, Infiltration — mirrors CICIDS2017 labels for end-to-end traceability.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4041648"/>
            <a:ext cx="4114800" cy="8961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4041648"/>
            <a:ext cx="64008" cy="89611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096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Accuracy on Test Set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436168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88.9% overall (see Slide 13). IsolationForest catches novel anomalies; RandomForest provides labeled classification for dashboard display.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Qt6 Dashboard — Real-Time Visualization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5303520" cy="33832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13232"/>
            <a:ext cx="5303520" cy="2926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315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 Monitor — v1.0   [LIVE]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514600" cy="132588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C8E3"/>
                </a:solidFill>
              </a:rPr>
              <a:t>Traffic (pkt/s)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2148840"/>
            <a:ext cx="182880" cy="18288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" y="1920240"/>
            <a:ext cx="182880" cy="41148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2057400"/>
            <a:ext cx="182880" cy="27432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3564" y="1783080"/>
            <a:ext cx="182880" cy="54864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6736" y="1600200"/>
            <a:ext cx="182880" cy="73152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9908" y="1828800"/>
            <a:ext cx="182880" cy="50292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1691640"/>
            <a:ext cx="182880" cy="64008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6252" y="1508760"/>
            <a:ext cx="182880" cy="82296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9424" y="1737360"/>
            <a:ext cx="182880" cy="59436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82596" y="1874520"/>
            <a:ext cx="182880" cy="45720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051560"/>
            <a:ext cx="2651760" cy="132588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078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B6B"/>
                </a:solidFill>
              </a:rPr>
              <a:t>🚨  Alerts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926080" y="1371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[SYN FLOOD]  192.168.1.100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926080" y="1664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[PORT SCAN]  10.0.0.55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926080" y="19568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[DoS]  172.16.0.12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0040" y="2450592"/>
            <a:ext cx="2514600" cy="1143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478024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AA44"/>
                </a:solidFill>
              </a:rPr>
              <a:t>Suspicious IPs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84048" y="27432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192.168.1.100  SYN FLOOD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4048" y="29992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10.0.0.55      PORT SCAN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4048" y="32552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172.16.0.12    DoS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880360" y="2450592"/>
            <a:ext cx="2651760" cy="1143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247802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CC88"/>
                </a:solidFill>
              </a:rPr>
              <a:t>Log Viewer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926080" y="27432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14:22:01 Rule:SYN_FLOOD fired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926080" y="29992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14:22:02 ML:PortScan conf=0.92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926080" y="32552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14:22:03 Alert emitted x3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760720" y="713232"/>
            <a:ext cx="3154680" cy="100584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713232"/>
            <a:ext cx="64008" cy="10058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7863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4-Panel Layout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43600" y="106070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Traffic Chart · Alerts Panel · Suspicious IP Table · Log Viewer. Each panel auto-refreshes via QTimer at 200ms.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60720" y="1810512"/>
            <a:ext cx="3154680" cy="1005840"/>
          </a:xfrm>
          <a:prstGeom prst="rect">
            <a:avLst/>
          </a:prstGeom>
          <a:solidFill>
            <a:srgbClr val="E8F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60720" y="1810512"/>
            <a:ext cx="64008" cy="10058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18836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Thread Safety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43600" y="215798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UI runs on main thread. Worker threads emit via Qt::QueuedConnection — no mutex needed; Qt marshals cross-thread signals automatically.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0720" y="2907792"/>
            <a:ext cx="3154680" cy="10058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2907792"/>
            <a:ext cx="64008" cy="10058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2980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Signal/Slot Architecture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943600" y="325526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DetectionEngine emits alertTriggered(Alert). Dashboard slots update all 4 panels atomically on each timer tick using captured data from lockless ring buffer.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Thread Architecture — 4-Thread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508760" cy="12618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05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" y="1508760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NetlinkReceiver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or libpcap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37360" y="1545336"/>
            <a:ext cx="228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7088" y="1453896"/>
            <a:ext cx="118872" cy="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7088" y="1636776"/>
            <a:ext cx="118872" cy="-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682496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</a:rPr>
              <a:t>lock-free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</a:rPr>
              <a:t>queue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965960" y="914400"/>
            <a:ext cx="1508760" cy="12618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005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39112" y="1508760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PacketParser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Proto dissection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0" y="1545336"/>
            <a:ext cx="228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84448" y="1453896"/>
            <a:ext cx="118872" cy="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4448" y="1636776"/>
            <a:ext cx="118872" cy="-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682496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</a:rPr>
              <a:t>lock-free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</a:rPr>
              <a:t>queue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703320" y="914400"/>
            <a:ext cx="1508760" cy="1261872"/>
          </a:xfrm>
          <a:prstGeom prst="rect">
            <a:avLst/>
          </a:prstGeom>
          <a:solidFill>
            <a:srgbClr val="2E7D50"/>
          </a:solidFill>
          <a:ln w="12700">
            <a:solidFill>
              <a:srgbClr val="2E7D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005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Flow/Feature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76472" y="1508760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FlowTracker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FeatureExtractor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12080" y="1545336"/>
            <a:ext cx="228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21808" y="1453896"/>
            <a:ext cx="118872" cy="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21808" y="1636776"/>
            <a:ext cx="118872" cy="-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682496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</a:rPr>
              <a:t>lock-free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</a:rPr>
              <a:t>queue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440680" y="914400"/>
            <a:ext cx="1508760" cy="1261872"/>
          </a:xfrm>
          <a:prstGeom prst="rect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1005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Thread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508760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RuleEngine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MLBridge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49440" y="1545336"/>
            <a:ext cx="228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59168" y="1453896"/>
            <a:ext cx="118872" cy="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59168" y="1636776"/>
            <a:ext cx="118872" cy="-914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1682496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</a:rPr>
              <a:t>lock-free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</a:rPr>
              <a:t>queue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178040" y="914400"/>
            <a:ext cx="1508760" cy="12618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005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(Main) Thread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51192" y="1508760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Qt6 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QTimer 200ms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23760" y="1545336"/>
            <a:ext cx="9144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6949440" y="170992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9900"/>
                </a:solidFill>
              </a:rPr>
              <a:t>Qt::QueuedConnection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9900"/>
                </a:solidFill>
              </a:rPr>
              <a:t>(cross-thread signal)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2468880"/>
            <a:ext cx="4114800" cy="1078992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468880"/>
            <a:ext cx="64008" cy="107899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Lock-Free Ring Buffers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281635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Capture→Parser and Parser→Flow/Feature queues use a single-producer single-consumer ring buffer (std::atomic). No mutex, no blocking.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2468880"/>
            <a:ext cx="4114800" cy="1078992"/>
          </a:xfrm>
          <a:prstGeom prst="rect">
            <a:avLst/>
          </a:prstGeom>
          <a:solidFill>
            <a:srgbClr val="E8F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468880"/>
            <a:ext cx="64008" cy="107899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Qt::QueuedConnection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281635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Decision Thread emits alertTriggered() signal; Qt automatically posts to UI thread's event loop. UI wakes up only when the QTimer fires.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675888"/>
            <a:ext cx="4114800" cy="1078992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3675888"/>
            <a:ext cx="64008" cy="107899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No Blocking Calls on UI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40233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UI thread never reads from sockets, files, or the ML engine. It only reads from a snapshot buffer updated atomically by worker threads.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3675888"/>
            <a:ext cx="4114800" cy="1078992"/>
          </a:xfrm>
          <a:prstGeom prst="rect">
            <a:avLst/>
          </a:prstGeom>
          <a:solidFill>
            <a:srgbClr val="E8F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3675888"/>
            <a:ext cx="64008" cy="107899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Graceful Shutdown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46320" y="40233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Stop flag (std::atomic&lt;bool&gt;) signals all threads. Threads drain queues, join in reverse order: Decision → Flow → Parser → Capture.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 Results — test_ids.py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65176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A8"/>
                </a:solidFill>
              </a:rPr>
              <a:t>88.9%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Overall Accuracy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713232"/>
            <a:ext cx="265176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7772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50"/>
                </a:solidFill>
              </a:rPr>
              <a:t>100%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54680" y="1371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Attack Detection Rate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713232"/>
            <a:ext cx="265176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772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5A00"/>
                </a:solidFill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035040" y="1371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False Negatives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8595360" cy="288036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188720"/>
                <a:gridCol w="4206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 Category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Pass Rate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 Count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D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SYN Flood Detection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50 trials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All detected; 0 missed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Port Scan Detection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30 trials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All detected; 0 missed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DoS / High-rate traffic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95%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40 trials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2 FP in bulk benign traffic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Brute Force (SSH/FTP)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20 trials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All detected; 0 missed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Benign Traffic (No FP)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91.2%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500 flows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44 FP — low-rate SYN bursts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ML Ensemble 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88.9%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Full test set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</a:rPr>
                        <a:t>vs CICIDS2017 held-out data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Challenges &amp; Fixes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502920" cy="9144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713232"/>
            <a:ext cx="3794760" cy="914400"/>
          </a:xfrm>
          <a:prstGeom prst="rect">
            <a:avLst/>
          </a:prstGeom>
          <a:solidFill>
            <a:srgbClr val="FFE0E0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680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</a:rPr>
              <a:t>❌  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1498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emit() called inside mutex → deadlock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98755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7BD5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10912" y="713232"/>
            <a:ext cx="3886200" cy="914400"/>
          </a:xfrm>
          <a:prstGeom prst="rect">
            <a:avLst/>
          </a:prstGeom>
          <a:solidFill>
            <a:srgbClr val="E0FFE0"/>
          </a:solidFill>
          <a:ln w="6350">
            <a:solidFill>
              <a:srgbClr val="AADD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7680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00"/>
                </a:solidFill>
              </a:rPr>
              <a:t>✅  Fix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02352" y="101498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Moved all Qt signal emissions outside critical sections. Captured alert struct by value, released lock, then emitted.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764792"/>
            <a:ext cx="502920" cy="9144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64792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1764792"/>
            <a:ext cx="3794760" cy="914400"/>
          </a:xfrm>
          <a:prstGeom prst="rect">
            <a:avLst/>
          </a:prstGeom>
          <a:solidFill>
            <a:srgbClr val="FFE0E0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8196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</a:rPr>
              <a:t>❌  Problem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06654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MLResultCache missing syn_ratio in hash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03911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7BD5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10912" y="1764792"/>
            <a:ext cx="3886200" cy="914400"/>
          </a:xfrm>
          <a:prstGeom prst="rect">
            <a:avLst/>
          </a:prstGeom>
          <a:solidFill>
            <a:srgbClr val="E0FFE0"/>
          </a:solidFill>
          <a:ln w="6350">
            <a:solidFill>
              <a:srgbClr val="AADD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18196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00"/>
                </a:solidFill>
              </a:rPr>
              <a:t>✅  Fix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02352" y="206654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Fixed FNV-1a hash to include all 8 feature dimensions. Cache hit rate improved from 12% to 74% in test traffic.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16352"/>
            <a:ext cx="502920" cy="9144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16352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2816352"/>
            <a:ext cx="3794760" cy="914400"/>
          </a:xfrm>
          <a:prstGeom prst="rect">
            <a:avLst/>
          </a:prstGeom>
          <a:solidFill>
            <a:srgbClr val="FFE0E0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8712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</a:rPr>
              <a:t>❌  Problem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311810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EWMA baseline too slow — missed burst attacks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09067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7BD5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010912" y="2816352"/>
            <a:ext cx="3886200" cy="914400"/>
          </a:xfrm>
          <a:prstGeom prst="rect">
            <a:avLst/>
          </a:prstGeom>
          <a:solidFill>
            <a:srgbClr val="E0FFE0"/>
          </a:solidFill>
          <a:ln w="6350">
            <a:solidFill>
              <a:srgbClr val="AADD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28712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00"/>
                </a:solidFill>
              </a:rPr>
              <a:t>✅  Fix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02352" y="311810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Introduced adaptive alpha: α increases when packet_rate deviation exceeds 3σ, allowing faster baseline reset during attacks.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867912"/>
            <a:ext cx="502920" cy="9144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867912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960" y="3867912"/>
            <a:ext cx="3794760" cy="914400"/>
          </a:xfrm>
          <a:prstGeom prst="rect">
            <a:avLst/>
          </a:prstGeom>
          <a:solidFill>
            <a:srgbClr val="FFE0E0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9227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</a:rPr>
              <a:t>❌  Problem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416966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genl_register_family() → EINVAL on Kernel 6.8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414223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7BD5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010912" y="3867912"/>
            <a:ext cx="3886200" cy="914400"/>
          </a:xfrm>
          <a:prstGeom prst="rect">
            <a:avLst/>
          </a:prstGeom>
          <a:solidFill>
            <a:srgbClr val="E0FFE0"/>
          </a:solidFill>
          <a:ln w="6350">
            <a:solidFill>
              <a:srgbClr val="AADD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39227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00"/>
                </a:solidFill>
              </a:rPr>
              <a:t>✅  Fix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02352" y="416966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Removed deprecated parallel_ops field from genl_family struct. Field was removed in kernel 6.5; our Makefile now checks KERNEL_VERSION.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solidFill>
            <a:srgbClr val="253A6B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92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✅  End-to-end pipeline functional: kernel hook → C++20 pipeline → Python ML → Qt6 dashboard with 88.9% accuracy and 100% attack recall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114800" cy="1115568"/>
          </a:xfrm>
          <a:prstGeom prst="rect">
            <a:avLst/>
          </a:prstGeom>
          <a:solidFill>
            <a:srgbClr val="253A6B"/>
          </a:solidFill>
          <a:ln w="10160">
            <a:solidFill>
              <a:srgbClr val="4A9F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6642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E3"/>
                </a:solidFill>
              </a:rPr>
              <a:t>eBPF Migration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1993392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</a:rPr>
              <a:t>Replace kernel module with eBPF XDP program for safer, CO-RE portable packet processing without module signing.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4114800" cy="1115568"/>
          </a:xfrm>
          <a:prstGeom prst="rect">
            <a:avLst/>
          </a:prstGeom>
          <a:solidFill>
            <a:srgbClr val="253A6B"/>
          </a:solidFill>
          <a:ln w="10160">
            <a:solidFill>
              <a:srgbClr val="4A9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21808" y="16642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E3"/>
                </a:solidFill>
              </a:rPr>
              <a:t>Encrypted Traffic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21808" y="1993392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</a:rPr>
              <a:t>Add TLS fingerprinting (JA3/JA4 hashes) to detect C2 traffic and malicious TLS patterns without decryption.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07208"/>
            <a:ext cx="4114800" cy="1115568"/>
          </a:xfrm>
          <a:prstGeom prst="rect">
            <a:avLst/>
          </a:prstGeom>
          <a:solidFill>
            <a:srgbClr val="253A6B"/>
          </a:solidFill>
          <a:ln w="10160">
            <a:solidFill>
              <a:srgbClr val="4A9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898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" y="28986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E3"/>
                </a:solidFill>
              </a:rPr>
              <a:t>Distributed Sensor Mesh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3227832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</a:rPr>
              <a:t>Deploy multiple IDS agents; aggregate alerts at a central correlator using Apache Kafka for cross-host attack detection.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807208"/>
            <a:ext cx="4114800" cy="1115568"/>
          </a:xfrm>
          <a:prstGeom prst="rect">
            <a:avLst/>
          </a:prstGeom>
          <a:solidFill>
            <a:srgbClr val="253A6B"/>
          </a:solidFill>
          <a:ln w="10160">
            <a:solidFill>
              <a:srgbClr val="4A9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898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21808" y="28986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E3"/>
                </a:solidFill>
              </a:rPr>
              <a:t>SIEM Integration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21808" y="3227832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</a:rPr>
              <a:t>Export alerts in CEF/LEEF format to Splunk/Elastic. Build Kibana dashboard for SOC analyst workflow.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0D2040"/>
          </a:solidFill>
          <a:ln w="10160">
            <a:solidFill>
              <a:srgbClr val="4A9F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4281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8E3"/>
                </a:solidFill>
              </a:rPr>
              <a:t>🛡️  A fully open-source, kernel-to-dashboard intrusion detection system — built from scratch in C++20, Python, and Qt6.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Intrusion Detection System</dc:title>
  <dc:subject>PptxGenJS Presentation</dc:subject>
  <dc:creator>IDS Project</dc:creator>
  <cp:lastModifiedBy>IDS Project</cp:lastModifiedBy>
  <cp:revision>1</cp:revision>
  <dcterms:created xsi:type="dcterms:W3CDTF">2026-04-09T16:47:36Z</dcterms:created>
  <dcterms:modified xsi:type="dcterms:W3CDTF">2026-04-09T16:47:36Z</dcterms:modified>
</cp:coreProperties>
</file>